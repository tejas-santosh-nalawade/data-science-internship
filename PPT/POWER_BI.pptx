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2"/>
  </p:notesMasterIdLst>
  <p:sldIdLst>
    <p:sldId id="284" r:id="rId5"/>
    <p:sldId id="286" r:id="rId6"/>
    <p:sldId id="262" r:id="rId7"/>
    <p:sldId id="342" r:id="rId8"/>
    <p:sldId id="300" r:id="rId9"/>
    <p:sldId id="343" r:id="rId10"/>
    <p:sldId id="344" r:id="rId11"/>
    <p:sldId id="345" r:id="rId12"/>
    <p:sldId id="346" r:id="rId13"/>
    <p:sldId id="347" r:id="rId14"/>
    <p:sldId id="348" r:id="rId15"/>
    <p:sldId id="349" r:id="rId16"/>
    <p:sldId id="350" r:id="rId17"/>
    <p:sldId id="351" r:id="rId18"/>
    <p:sldId id="352" r:id="rId19"/>
    <p:sldId id="353" r:id="rId20"/>
    <p:sldId id="297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28" userDrawn="1">
          <p15:clr>
            <a:srgbClr val="A4A3A4"/>
          </p15:clr>
        </p15:guide>
        <p15:guide id="2" pos="6216" userDrawn="1">
          <p15:clr>
            <a:srgbClr val="A4A3A4"/>
          </p15:clr>
        </p15:guide>
        <p15:guide id="3" pos="1440" userDrawn="1">
          <p15:clr>
            <a:srgbClr val="A4A3A4"/>
          </p15:clr>
        </p15:guide>
        <p15:guide id="4" orient="horz" pos="2352" userDrawn="1">
          <p15:clr>
            <a:srgbClr val="A4A3A4"/>
          </p15:clr>
        </p15:guide>
        <p15:guide id="5" orient="horz" pos="936" userDrawn="1">
          <p15:clr>
            <a:srgbClr val="A4A3A4"/>
          </p15:clr>
        </p15:guide>
        <p15:guide id="6" pos="3840" userDrawn="1">
          <p15:clr>
            <a:srgbClr val="A4A3A4"/>
          </p15:clr>
        </p15:guide>
        <p15:guide id="7" orient="horz" pos="314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2828"/>
    <a:srgbClr val="E9C46A"/>
    <a:srgbClr val="97EFD3"/>
    <a:srgbClr val="F15574"/>
    <a:srgbClr val="F4EBE8"/>
    <a:srgbClr val="ECC4BF"/>
    <a:srgbClr val="C9A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6" autoAdjust="0"/>
  </p:normalViewPr>
  <p:slideViewPr>
    <p:cSldViewPr snapToGrid="0" snapToObjects="1" showGuides="1">
      <p:cViewPr varScale="1">
        <p:scale>
          <a:sx n="84" d="100"/>
          <a:sy n="84" d="100"/>
        </p:scale>
        <p:origin x="658" y="67"/>
      </p:cViewPr>
      <p:guideLst>
        <p:guide orient="horz" pos="528"/>
        <p:guide pos="6216"/>
        <p:guide pos="1440"/>
        <p:guide orient="horz" pos="2352"/>
        <p:guide orient="horz" pos="936"/>
        <p:guide pos="3840"/>
        <p:guide orient="horz" pos="314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38102F-BFA3-4357-9FA0-3A064E6F1B5A}" type="datetimeFigureOut">
              <a:rPr lang="en-US" smtClean="0"/>
              <a:t>1/22/2026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0D3DFC-11A7-4DDF-8AEE-A5ACE051EBF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3009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0D3DFC-11A7-4DDF-8AEE-A5ACE051EBF3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42216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11EE2-BE77-8BFD-88D0-F175756A7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333235-2F54-B43D-0460-868919B733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734619-8D64-EFF4-C2F9-715BA2F1F2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59B49D-46E4-D365-0AE0-813D63B316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0D3DFC-11A7-4DDF-8AEE-A5ACE051EBF3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3920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2B9B4-4931-75EB-8E55-6D74D6CEB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3FBB22-8500-DBBE-6BAA-24AC5A38B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44D677-B473-DB1F-DDC0-56448F2F5B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121A0A-D797-DF0B-58DE-1E3F6ACBA3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0D3DFC-11A7-4DDF-8AEE-A5ACE051EBF3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18807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0B19A-EC15-3F77-1730-8803BD8EE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874B3E-BF2F-3C72-2FB2-84E013F102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072CDF-7658-C47C-2889-91AAA72592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A9A0A6-7A5D-1C5A-E454-956795F8FB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0D3DFC-11A7-4DDF-8AEE-A5ACE051EBF3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68502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836B5-CA20-D98D-511C-3ED77CF7A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4B411F-8DB2-F186-0F10-9FD9DF6B1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1E33AB-AA27-A7F9-3F6E-70091E0D1C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CDD491-9944-54D2-33A3-9EB660F71F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0D3DFC-11A7-4DDF-8AEE-A5ACE051EBF3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8739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14DFF-1BB3-ABDB-214C-72D46A698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3B49BC-F5AF-F8BA-169F-E1F1DB7FE6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1A0CF2-2CDC-3ED0-E995-61CA591B6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0DB44-7B3A-F920-6FCB-A6B205DBB3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0D3DFC-11A7-4DDF-8AEE-A5ACE051EBF3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95874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6C413-A570-09C7-704A-86FDC2AA0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DB0A3A-A73A-57BD-F09D-7B9F38761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95EE5C-C74B-7BF8-00DD-33DF8E58C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8F746-BADC-A641-55DA-268F2ED223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0D3DFC-11A7-4DDF-8AEE-A5ACE051EBF3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1360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AAD9D-43C0-2B35-283C-1780E9E64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57D6C2-02B5-65FF-34CD-D3A4C14470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BFC837-F3FD-A47A-281E-A4D78F33A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E72E9D-3708-0E6C-69BA-98BDD8492E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0D3DFC-11A7-4DDF-8AEE-A5ACE051EBF3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4380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327;p33">
            <a:extLst>
              <a:ext uri="{FF2B5EF4-FFF2-40B4-BE49-F238E27FC236}">
                <a16:creationId xmlns:a16="http://schemas.microsoft.com/office/drawing/2014/main" id="{E09AA4F6-9CBF-53A8-8FE8-0BAB0E7DC989}"/>
              </a:ext>
            </a:extLst>
          </p:cNvPr>
          <p:cNvSpPr/>
          <p:nvPr userDrawn="1"/>
        </p:nvSpPr>
        <p:spPr>
          <a:xfrm>
            <a:off x="1062566" y="1161412"/>
            <a:ext cx="10221119" cy="4831742"/>
          </a:xfrm>
          <a:prstGeom prst="rect">
            <a:avLst/>
          </a:prstGeom>
          <a:solidFill>
            <a:schemeClr val="accent3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cap="none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0" name="Google Shape;328;p33">
            <a:extLst>
              <a:ext uri="{FF2B5EF4-FFF2-40B4-BE49-F238E27FC236}">
                <a16:creationId xmlns:a16="http://schemas.microsoft.com/office/drawing/2014/main" id="{CBE4E0BD-29C0-46EA-4A2D-401DD12AEC12}"/>
              </a:ext>
            </a:extLst>
          </p:cNvPr>
          <p:cNvSpPr/>
          <p:nvPr userDrawn="1"/>
        </p:nvSpPr>
        <p:spPr>
          <a:xfrm>
            <a:off x="858371" y="800100"/>
            <a:ext cx="10221119" cy="4953001"/>
          </a:xfrm>
          <a:prstGeom prst="rect">
            <a:avLst/>
          </a:prstGeom>
          <a:solidFill>
            <a:schemeClr val="accent5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cap="none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7EDEC9-86BE-FDB1-3BAE-F5FF0934CA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3040" y="2240280"/>
            <a:ext cx="4873752" cy="1709928"/>
          </a:xfr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defRPr sz="6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EF6069-AEE4-3455-508E-4B9EE30F0C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63040" y="4014216"/>
            <a:ext cx="4873752" cy="630936"/>
          </a:xfrm>
        </p:spPr>
        <p:txBody>
          <a:bodyPr>
            <a:noAutofit/>
          </a:bodyPr>
          <a:lstStyle>
            <a:lvl1pPr marL="54864" indent="0" algn="l">
              <a:lnSpc>
                <a:spcPct val="120000"/>
              </a:lnSpc>
              <a:spcBef>
                <a:spcPts val="0"/>
              </a:spcBef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BEF410E3-CEC7-640A-C8FD-08419E6C330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46779" y="812292"/>
            <a:ext cx="3834628" cy="4928616"/>
          </a:xfr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 algn="ctr">
              <a:buNone/>
              <a:defRPr lang="en-US" sz="1800">
                <a:solidFill>
                  <a:schemeClr val="tx1"/>
                </a:solidFill>
              </a:defRPr>
            </a:lvl1pPr>
          </a:lstStyle>
          <a:p>
            <a:pPr marL="0" lvl="0" algn="ctr"/>
            <a:r>
              <a:rPr lang="en-US" noProof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975914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1426A-0740-2EB9-FC34-9C0434593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8" name="Google Shape;1251;p56">
            <a:extLst>
              <a:ext uri="{FF2B5EF4-FFF2-40B4-BE49-F238E27FC236}">
                <a16:creationId xmlns:a16="http://schemas.microsoft.com/office/drawing/2014/main" id="{5BDBB369-4213-AA70-D2DD-33F4E9E1F195}"/>
              </a:ext>
            </a:extLst>
          </p:cNvPr>
          <p:cNvSpPr/>
          <p:nvPr userDrawn="1"/>
        </p:nvSpPr>
        <p:spPr>
          <a:xfrm>
            <a:off x="1072604" y="2550039"/>
            <a:ext cx="1622434" cy="162243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0" name="Google Shape;1251;p56">
            <a:extLst>
              <a:ext uri="{FF2B5EF4-FFF2-40B4-BE49-F238E27FC236}">
                <a16:creationId xmlns:a16="http://schemas.microsoft.com/office/drawing/2014/main" id="{3BF27898-0ACC-24EB-589A-96F29C94157A}"/>
              </a:ext>
            </a:extLst>
          </p:cNvPr>
          <p:cNvSpPr/>
          <p:nvPr userDrawn="1"/>
        </p:nvSpPr>
        <p:spPr>
          <a:xfrm>
            <a:off x="3235665" y="2522510"/>
            <a:ext cx="1622434" cy="162243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2" name="Google Shape;1251;p56">
            <a:extLst>
              <a:ext uri="{FF2B5EF4-FFF2-40B4-BE49-F238E27FC236}">
                <a16:creationId xmlns:a16="http://schemas.microsoft.com/office/drawing/2014/main" id="{62CA34BE-87A5-8F47-C395-886E6870CF67}"/>
              </a:ext>
            </a:extLst>
          </p:cNvPr>
          <p:cNvSpPr/>
          <p:nvPr userDrawn="1"/>
        </p:nvSpPr>
        <p:spPr>
          <a:xfrm>
            <a:off x="5415148" y="2513962"/>
            <a:ext cx="1622434" cy="162243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4" name="Google Shape;1251;p56">
            <a:extLst>
              <a:ext uri="{FF2B5EF4-FFF2-40B4-BE49-F238E27FC236}">
                <a16:creationId xmlns:a16="http://schemas.microsoft.com/office/drawing/2014/main" id="{E432D5F8-7F62-B5A0-F3AC-814BFBEEB0ED}"/>
              </a:ext>
            </a:extLst>
          </p:cNvPr>
          <p:cNvSpPr/>
          <p:nvPr userDrawn="1"/>
        </p:nvSpPr>
        <p:spPr>
          <a:xfrm>
            <a:off x="7530416" y="2524926"/>
            <a:ext cx="1622434" cy="162243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6" name="Google Shape;1251;p56">
            <a:extLst>
              <a:ext uri="{FF2B5EF4-FFF2-40B4-BE49-F238E27FC236}">
                <a16:creationId xmlns:a16="http://schemas.microsoft.com/office/drawing/2014/main" id="{FBCE3915-CF40-BF29-2DBB-D9F447CC7555}"/>
              </a:ext>
            </a:extLst>
          </p:cNvPr>
          <p:cNvSpPr/>
          <p:nvPr userDrawn="1"/>
        </p:nvSpPr>
        <p:spPr>
          <a:xfrm>
            <a:off x="9709899" y="2516378"/>
            <a:ext cx="1622434" cy="162243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811789E5-14E6-E7AB-C9D8-6E51B4544B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86726" y="2441448"/>
            <a:ext cx="1622425" cy="1622425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tx1"/>
            </a:solidFill>
          </a:ln>
        </p:spPr>
        <p:txBody>
          <a:bodyPr anchor="ctr"/>
          <a:lstStyle>
            <a:lvl1pPr marL="0" indent="0" algn="ctr">
              <a:buNone/>
              <a:defRPr sz="5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0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C40220B-3ED2-1841-92D5-C0056EF4740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54680" y="2441448"/>
            <a:ext cx="1622425" cy="1622425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tx1"/>
            </a:solidFill>
          </a:ln>
        </p:spPr>
        <p:txBody>
          <a:bodyPr anchor="ctr"/>
          <a:lstStyle>
            <a:lvl1pPr marL="0" indent="0" algn="ctr">
              <a:buNone/>
              <a:defRPr sz="5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0</a:t>
            </a:r>
          </a:p>
        </p:txBody>
      </p:sp>
      <p:sp>
        <p:nvSpPr>
          <p:cNvPr id="23" name="Text Placeholder 19">
            <a:extLst>
              <a:ext uri="{FF2B5EF4-FFF2-40B4-BE49-F238E27FC236}">
                <a16:creationId xmlns:a16="http://schemas.microsoft.com/office/drawing/2014/main" id="{B8BC651C-16ED-1741-08D3-8BA2D618C65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30952" y="2441448"/>
            <a:ext cx="1622425" cy="1622425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tx1"/>
            </a:solidFill>
          </a:ln>
        </p:spPr>
        <p:txBody>
          <a:bodyPr anchor="ctr"/>
          <a:lstStyle>
            <a:lvl1pPr marL="0" indent="0" algn="ctr">
              <a:buNone/>
              <a:defRPr sz="5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0</a:t>
            </a:r>
          </a:p>
        </p:txBody>
      </p:sp>
      <p:sp>
        <p:nvSpPr>
          <p:cNvPr id="24" name="Text Placeholder 19">
            <a:extLst>
              <a:ext uri="{FF2B5EF4-FFF2-40B4-BE49-F238E27FC236}">
                <a16:creationId xmlns:a16="http://schemas.microsoft.com/office/drawing/2014/main" id="{B42AFC50-5862-D501-9586-4A96D4DA667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443216" y="2441448"/>
            <a:ext cx="1622425" cy="1622425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tx1"/>
            </a:solidFill>
          </a:ln>
        </p:spPr>
        <p:txBody>
          <a:bodyPr anchor="ctr"/>
          <a:lstStyle>
            <a:lvl1pPr marL="0" indent="0" algn="ctr">
              <a:buNone/>
              <a:defRPr sz="5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0</a:t>
            </a:r>
          </a:p>
        </p:txBody>
      </p:sp>
      <p:sp>
        <p:nvSpPr>
          <p:cNvPr id="25" name="Text Placeholder 19">
            <a:extLst>
              <a:ext uri="{FF2B5EF4-FFF2-40B4-BE49-F238E27FC236}">
                <a16:creationId xmlns:a16="http://schemas.microsoft.com/office/drawing/2014/main" id="{45772425-B358-35A8-C707-76C81B500ED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28632" y="2441448"/>
            <a:ext cx="1622425" cy="1622425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tx1"/>
            </a:solidFill>
          </a:ln>
        </p:spPr>
        <p:txBody>
          <a:bodyPr anchor="ctr"/>
          <a:lstStyle>
            <a:lvl1pPr marL="0" indent="0" algn="ctr">
              <a:buNone/>
              <a:defRPr sz="5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0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B0B8A0CF-58B1-629F-C8DB-238E5114277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24102" y="4325112"/>
            <a:ext cx="1947672" cy="630936"/>
          </a:xfrm>
        </p:spPr>
        <p:txBody>
          <a:bodyPr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20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3973DBDD-5F4C-3094-B5AB-751AF36037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992056" y="4326702"/>
            <a:ext cx="1947672" cy="630936"/>
          </a:xfrm>
        </p:spPr>
        <p:txBody>
          <a:bodyPr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20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9" name="Text Placeholder 26">
            <a:extLst>
              <a:ext uri="{FF2B5EF4-FFF2-40B4-BE49-F238E27FC236}">
                <a16:creationId xmlns:a16="http://schemas.microsoft.com/office/drawing/2014/main" id="{6A7033DE-A188-7F2B-B42D-3B4334B2C4B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168328" y="4313642"/>
            <a:ext cx="1947672" cy="630936"/>
          </a:xfrm>
        </p:spPr>
        <p:txBody>
          <a:bodyPr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20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Text Placeholder 26">
            <a:extLst>
              <a:ext uri="{FF2B5EF4-FFF2-40B4-BE49-F238E27FC236}">
                <a16:creationId xmlns:a16="http://schemas.microsoft.com/office/drawing/2014/main" id="{82C8DA85-8265-9485-A51D-73E1629CC54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279858" y="4319944"/>
            <a:ext cx="1947672" cy="630936"/>
          </a:xfrm>
        </p:spPr>
        <p:txBody>
          <a:bodyPr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20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1" name="Text Placeholder 26">
            <a:extLst>
              <a:ext uri="{FF2B5EF4-FFF2-40B4-BE49-F238E27FC236}">
                <a16:creationId xmlns:a16="http://schemas.microsoft.com/office/drawing/2014/main" id="{20594F27-59D4-99D2-77B5-71915573EDA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466008" y="4319944"/>
            <a:ext cx="1947672" cy="630936"/>
          </a:xfrm>
        </p:spPr>
        <p:txBody>
          <a:bodyPr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20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4CBAEF-CF24-7502-B796-D47DF23F2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D9E7CE-C596-EE32-BBFE-799C10EFB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90B60C-999F-167B-3927-D752A0DE6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20XX</a:t>
            </a:r>
          </a:p>
        </p:txBody>
      </p:sp>
    </p:spTree>
    <p:extLst>
      <p:ext uri="{BB962C8B-B14F-4D97-AF65-F5344CB8AC3E}">
        <p14:creationId xmlns:p14="http://schemas.microsoft.com/office/powerpoint/2010/main" val="748925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with Caption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327;p33">
            <a:extLst>
              <a:ext uri="{FF2B5EF4-FFF2-40B4-BE49-F238E27FC236}">
                <a16:creationId xmlns:a16="http://schemas.microsoft.com/office/drawing/2014/main" id="{F51DD675-2DC4-A4BE-C624-3048A2E666B7}"/>
              </a:ext>
            </a:extLst>
          </p:cNvPr>
          <p:cNvSpPr/>
          <p:nvPr userDrawn="1"/>
        </p:nvSpPr>
        <p:spPr>
          <a:xfrm>
            <a:off x="809553" y="1012104"/>
            <a:ext cx="6957749" cy="5061732"/>
          </a:xfrm>
          <a:prstGeom prst="rect">
            <a:avLst/>
          </a:prstGeom>
          <a:solidFill>
            <a:schemeClr val="accent4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cap="none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2" name="Google Shape;328;p33">
            <a:extLst>
              <a:ext uri="{FF2B5EF4-FFF2-40B4-BE49-F238E27FC236}">
                <a16:creationId xmlns:a16="http://schemas.microsoft.com/office/drawing/2014/main" id="{A0952ED0-9FCB-B6D2-E806-E2663B8961D0}"/>
              </a:ext>
            </a:extLst>
          </p:cNvPr>
          <p:cNvSpPr/>
          <p:nvPr userDrawn="1"/>
        </p:nvSpPr>
        <p:spPr>
          <a:xfrm>
            <a:off x="600338" y="782757"/>
            <a:ext cx="6957749" cy="5061732"/>
          </a:xfrm>
          <a:prstGeom prst="rect">
            <a:avLst/>
          </a:prstGeom>
          <a:solidFill>
            <a:schemeClr val="accent5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cap="none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01426A-0740-2EB9-FC34-9C0434593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9888" y="1719072"/>
            <a:ext cx="5038344" cy="1709928"/>
          </a:xfrm>
        </p:spPr>
        <p:txBody>
          <a:bodyPr/>
          <a:lstStyle>
            <a:lvl1pPr algn="l">
              <a:lnSpc>
                <a:spcPct val="90000"/>
              </a:lnSpc>
              <a:defRPr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BC3CDDF-FEA3-712D-9071-515D264F06E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96656" y="0"/>
            <a:ext cx="3895344" cy="6858000"/>
          </a:xfrm>
          <a:solidFill>
            <a:schemeClr val="accent1"/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0F6C1B-F86D-84E1-F13C-1A2310E172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9888" y="3054096"/>
            <a:ext cx="5010912" cy="2130552"/>
          </a:xfrm>
        </p:spPr>
        <p:txBody>
          <a:bodyPr/>
          <a:lstStyle>
            <a:lvl1pPr marL="54864" indent="0">
              <a:lnSpc>
                <a:spcPct val="120000"/>
              </a:lnSpc>
              <a:spcBef>
                <a:spcPts val="0"/>
              </a:spcBef>
              <a:buNone/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4F7CD76-D087-685D-2E27-537F34D67EBE}"/>
              </a:ext>
            </a:extLst>
          </p:cNvPr>
          <p:cNvCxnSpPr>
            <a:cxnSpLocks/>
          </p:cNvCxnSpPr>
          <p:nvPr userDrawn="1"/>
        </p:nvCxnSpPr>
        <p:spPr>
          <a:xfrm>
            <a:off x="11276341" y="6528816"/>
            <a:ext cx="91440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4CBAEF-CF24-7502-B796-D47DF23F2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2400" y="6400904"/>
            <a:ext cx="365760" cy="24688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D0AFDD5-844D-364D-8AEC-50CF4D36D55D}" type="slidenum">
              <a:rPr lang="en-US" noProof="0" smtClean="0"/>
              <a:pPr/>
              <a:t>‹#›</a:t>
            </a:fld>
            <a:endParaRPr lang="en-US" noProof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C63F889-82B6-D594-DA07-4C82AE33663F}"/>
              </a:ext>
            </a:extLst>
          </p:cNvPr>
          <p:cNvGrpSpPr/>
          <p:nvPr userDrawn="1"/>
        </p:nvGrpSpPr>
        <p:grpSpPr>
          <a:xfrm>
            <a:off x="0" y="6527001"/>
            <a:ext cx="8294153" cy="5617"/>
            <a:chOff x="0" y="6527001"/>
            <a:chExt cx="8294153" cy="5617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4BFE95-6DCA-752C-0F0C-CCAF1A576CD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527001"/>
              <a:ext cx="3935513" cy="5617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920C2FA-C2E7-21E2-09D0-3BA6B1BC2C1E}"/>
                </a:ext>
              </a:extLst>
            </p:cNvPr>
            <p:cNvCxnSpPr>
              <a:cxnSpLocks/>
            </p:cNvCxnSpPr>
            <p:nvPr/>
          </p:nvCxnSpPr>
          <p:spPr>
            <a:xfrm>
              <a:off x="4358640" y="6527001"/>
              <a:ext cx="3935513" cy="5617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82084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8D51F-4DA4-5AB7-6ACD-17065B86D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1947672"/>
            <a:ext cx="3017520" cy="1938528"/>
          </a:xfrm>
        </p:spPr>
        <p:txBody>
          <a:bodyPr anchor="t"/>
          <a:lstStyle>
            <a:lvl1pPr algn="l">
              <a:defRPr sz="6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264711-7A11-A788-DD48-17D0C3B083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8952" y="4279392"/>
            <a:ext cx="2980944" cy="402336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Google Shape;1251;p56">
            <a:extLst>
              <a:ext uri="{FF2B5EF4-FFF2-40B4-BE49-F238E27FC236}">
                <a16:creationId xmlns:a16="http://schemas.microsoft.com/office/drawing/2014/main" id="{9061A64A-DA6A-5D22-BE0B-94B0626A6CF1}"/>
              </a:ext>
            </a:extLst>
          </p:cNvPr>
          <p:cNvSpPr/>
          <p:nvPr userDrawn="1"/>
        </p:nvSpPr>
        <p:spPr>
          <a:xfrm>
            <a:off x="5102241" y="597060"/>
            <a:ext cx="5949692" cy="5949692"/>
          </a:xfrm>
          <a:prstGeom prst="ellipse">
            <a:avLst/>
          </a:prstGeom>
          <a:solidFill>
            <a:schemeClr val="accent2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88E5310-5724-6031-306F-4110AC65EBDB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01768" y="420624"/>
            <a:ext cx="5897880" cy="589788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tx1"/>
            </a:solidFill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7911687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1426A-0740-2EB9-FC34-9C0434593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0F6C1B-F86D-84E1-F13C-1A2310E172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4632" y="1810512"/>
            <a:ext cx="11000232" cy="416052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4CBAEF-CF24-7502-B796-D47DF23F2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D9E7CE-C596-EE32-BBFE-799C10EFB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90B60C-999F-167B-3927-D752A0DE6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20XX</a:t>
            </a:r>
          </a:p>
        </p:txBody>
      </p:sp>
    </p:spTree>
    <p:extLst>
      <p:ext uri="{BB962C8B-B14F-4D97-AF65-F5344CB8AC3E}">
        <p14:creationId xmlns:p14="http://schemas.microsoft.com/office/powerpoint/2010/main" val="12013492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327;p33">
            <a:extLst>
              <a:ext uri="{FF2B5EF4-FFF2-40B4-BE49-F238E27FC236}">
                <a16:creationId xmlns:a16="http://schemas.microsoft.com/office/drawing/2014/main" id="{EA1EE280-E44E-F71B-ED1B-CA8CEDEE6175}"/>
              </a:ext>
            </a:extLst>
          </p:cNvPr>
          <p:cNvSpPr/>
          <p:nvPr userDrawn="1"/>
        </p:nvSpPr>
        <p:spPr>
          <a:xfrm>
            <a:off x="1087280" y="1161412"/>
            <a:ext cx="10221119" cy="4831742"/>
          </a:xfrm>
          <a:prstGeom prst="rect">
            <a:avLst/>
          </a:prstGeom>
          <a:solidFill>
            <a:schemeClr val="accent5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cap="none" noProof="0">
              <a:solidFill>
                <a:schemeClr val="accent2">
                  <a:lumMod val="20000"/>
                  <a:lumOff val="80000"/>
                </a:schemeClr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4" name="Google Shape;328;p33">
            <a:extLst>
              <a:ext uri="{FF2B5EF4-FFF2-40B4-BE49-F238E27FC236}">
                <a16:creationId xmlns:a16="http://schemas.microsoft.com/office/drawing/2014/main" id="{332C8624-D848-DF0C-9104-7A2655E4A0FE}"/>
              </a:ext>
            </a:extLst>
          </p:cNvPr>
          <p:cNvSpPr/>
          <p:nvPr userDrawn="1"/>
        </p:nvSpPr>
        <p:spPr>
          <a:xfrm>
            <a:off x="858371" y="800100"/>
            <a:ext cx="10221119" cy="4953001"/>
          </a:xfrm>
          <a:prstGeom prst="rect">
            <a:avLst/>
          </a:prstGeom>
          <a:solidFill>
            <a:schemeClr val="accent4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cap="none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01426A-0740-2EB9-FC34-9C0434593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2072" y="2322576"/>
            <a:ext cx="6473952" cy="1901952"/>
          </a:xfrm>
        </p:spPr>
        <p:txBody>
          <a:bodyPr anchor="ctr"/>
          <a:lstStyle>
            <a:lvl1pPr algn="l">
              <a:lnSpc>
                <a:spcPct val="90000"/>
              </a:lnSpc>
              <a:defRPr sz="4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4817D722-78FF-E98D-229F-DDC8146F557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7874" y="809103"/>
            <a:ext cx="1798955" cy="2062163"/>
          </a:xfrm>
        </p:spPr>
        <p:txBody>
          <a:bodyPr anchor="t"/>
          <a:lstStyle>
            <a:lvl1pPr marL="0" indent="0">
              <a:buNone/>
              <a:defRPr sz="250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“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0F6C1B-F86D-84E1-F13C-1A2310E172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2072" y="4334256"/>
            <a:ext cx="2340864" cy="585216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F9A35D83-86B3-5132-45B2-6382E8F3A4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281160" y="3957272"/>
            <a:ext cx="1798955" cy="2062163"/>
          </a:xfrm>
        </p:spPr>
        <p:txBody>
          <a:bodyPr/>
          <a:lstStyle>
            <a:lvl1pPr marL="0" indent="0">
              <a:buNone/>
              <a:defRPr sz="250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”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F53ABF-1C17-E7D0-EEB7-468CEDF285C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 noProof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A64DF1-77A3-B856-5F46-12724706B8A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noProof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961FC7-9CAD-4B2D-A8F6-C172AF6D5EB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D0AFDD5-844D-364D-8AEC-50CF4D36D55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8843801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4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FDA4E-49F9-223C-DA55-A79802EE1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7" name="Google Shape;1149;p53">
            <a:extLst>
              <a:ext uri="{FF2B5EF4-FFF2-40B4-BE49-F238E27FC236}">
                <a16:creationId xmlns:a16="http://schemas.microsoft.com/office/drawing/2014/main" id="{E21113D2-FC9F-27EC-7A45-E8F7695D1407}"/>
              </a:ext>
            </a:extLst>
          </p:cNvPr>
          <p:cNvSpPr/>
          <p:nvPr userDrawn="1"/>
        </p:nvSpPr>
        <p:spPr>
          <a:xfrm>
            <a:off x="694922" y="2330750"/>
            <a:ext cx="2542032" cy="3200400"/>
          </a:xfrm>
          <a:prstGeom prst="rect">
            <a:avLst/>
          </a:prstGeom>
          <a:solidFill>
            <a:schemeClr val="accent4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9" name="Google Shape;1149;p53">
            <a:extLst>
              <a:ext uri="{FF2B5EF4-FFF2-40B4-BE49-F238E27FC236}">
                <a16:creationId xmlns:a16="http://schemas.microsoft.com/office/drawing/2014/main" id="{AD0B836B-7152-D6F5-7044-4B3B321454F5}"/>
              </a:ext>
            </a:extLst>
          </p:cNvPr>
          <p:cNvSpPr/>
          <p:nvPr userDrawn="1"/>
        </p:nvSpPr>
        <p:spPr>
          <a:xfrm>
            <a:off x="3541000" y="2330750"/>
            <a:ext cx="2542032" cy="3200400"/>
          </a:xfrm>
          <a:prstGeom prst="rect">
            <a:avLst/>
          </a:prstGeom>
          <a:solidFill>
            <a:schemeClr val="accent4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1" name="Google Shape;1149;p53">
            <a:extLst>
              <a:ext uri="{FF2B5EF4-FFF2-40B4-BE49-F238E27FC236}">
                <a16:creationId xmlns:a16="http://schemas.microsoft.com/office/drawing/2014/main" id="{65518B88-F549-D8C7-0CD2-91E7CABE5E13}"/>
              </a:ext>
            </a:extLst>
          </p:cNvPr>
          <p:cNvSpPr/>
          <p:nvPr userDrawn="1"/>
        </p:nvSpPr>
        <p:spPr>
          <a:xfrm>
            <a:off x="6387080" y="2328404"/>
            <a:ext cx="2542032" cy="3200400"/>
          </a:xfrm>
          <a:prstGeom prst="rect">
            <a:avLst/>
          </a:prstGeom>
          <a:solidFill>
            <a:schemeClr val="accent4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3" name="Google Shape;1149;p53">
            <a:extLst>
              <a:ext uri="{FF2B5EF4-FFF2-40B4-BE49-F238E27FC236}">
                <a16:creationId xmlns:a16="http://schemas.microsoft.com/office/drawing/2014/main" id="{EF098B7F-7320-E28C-D4A0-9C0D6072BDA7}"/>
              </a:ext>
            </a:extLst>
          </p:cNvPr>
          <p:cNvSpPr/>
          <p:nvPr userDrawn="1"/>
        </p:nvSpPr>
        <p:spPr>
          <a:xfrm>
            <a:off x="9233158" y="2328404"/>
            <a:ext cx="2542032" cy="3200400"/>
          </a:xfrm>
          <a:prstGeom prst="rect">
            <a:avLst/>
          </a:prstGeom>
          <a:solidFill>
            <a:schemeClr val="accent4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2349526F-21BB-B06B-612E-8AAA322B41D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65816" y="2193042"/>
            <a:ext cx="2514600" cy="3200400"/>
          </a:xfrm>
          <a:solidFill>
            <a:schemeClr val="accent5"/>
          </a:solidFill>
          <a:ln w="25400">
            <a:solidFill>
              <a:schemeClr val="dk1"/>
            </a:solidFill>
          </a:ln>
        </p:spPr>
        <p:txBody>
          <a:bodyPr tIns="2377440"/>
          <a:lstStyle>
            <a:lvl1pPr marL="0" indent="0" algn="ctr">
              <a:buFont typeface="Arial" panose="020B0604020202020204" pitchFamily="34" charset="0"/>
              <a:buNone/>
              <a:defRPr sz="20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99DE91A1-A01A-B800-F6EB-C013020202C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9532" y="2193042"/>
            <a:ext cx="2487168" cy="2103120"/>
          </a:xfrm>
          <a:ln w="25400">
            <a:solidFill>
              <a:schemeClr val="tx1"/>
            </a:solidFill>
          </a:ln>
        </p:spPr>
        <p:txBody>
          <a:bodyPr anchor="ctr"/>
          <a:lstStyle>
            <a:lvl1pPr marL="0" indent="0" algn="ctr">
              <a:buNone/>
              <a:defRPr sz="1600"/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733EF8C8-3849-9C80-1F6E-7038D113478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0220" y="4846546"/>
            <a:ext cx="2514600" cy="338328"/>
          </a:xfr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32F8A8CA-E278-E129-A09C-8C4B7CCA2DE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19856" y="2193042"/>
            <a:ext cx="2514600" cy="3200400"/>
          </a:xfrm>
          <a:solidFill>
            <a:schemeClr val="accent5"/>
          </a:solidFill>
          <a:ln w="25400">
            <a:solidFill>
              <a:schemeClr val="dk1"/>
            </a:solidFill>
          </a:ln>
        </p:spPr>
        <p:txBody>
          <a:bodyPr tIns="2377440"/>
          <a:lstStyle>
            <a:lvl1pPr marL="0" indent="0" algn="ctr">
              <a:buFont typeface="Arial" panose="020B0604020202020204" pitchFamily="34" charset="0"/>
              <a:buNone/>
              <a:defRPr sz="20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Picture Placeholder 22">
            <a:extLst>
              <a:ext uri="{FF2B5EF4-FFF2-40B4-BE49-F238E27FC236}">
                <a16:creationId xmlns:a16="http://schemas.microsoft.com/office/drawing/2014/main" id="{3CFBF841-C094-5FA8-63F2-F5DA37C0359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433572" y="2193042"/>
            <a:ext cx="2487168" cy="2103120"/>
          </a:xfrm>
          <a:ln w="25400">
            <a:solidFill>
              <a:schemeClr val="tx1"/>
            </a:solidFill>
          </a:ln>
        </p:spPr>
        <p:txBody>
          <a:bodyPr anchor="ctr"/>
          <a:lstStyle>
            <a:lvl1pPr marL="0" indent="0" algn="ctr">
              <a:buNone/>
              <a:defRPr sz="1600"/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31" name="Text Placeholder 26">
            <a:extLst>
              <a:ext uri="{FF2B5EF4-FFF2-40B4-BE49-F238E27FC236}">
                <a16:creationId xmlns:a16="http://schemas.microsoft.com/office/drawing/2014/main" id="{C76BA571-FE5C-F5F7-9056-20BD57DA678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19856" y="4846546"/>
            <a:ext cx="2514600" cy="338328"/>
          </a:xfr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2" name="Text Placeholder 24">
            <a:extLst>
              <a:ext uri="{FF2B5EF4-FFF2-40B4-BE49-F238E27FC236}">
                <a16:creationId xmlns:a16="http://schemas.microsoft.com/office/drawing/2014/main" id="{D7F9FC21-D881-DB86-4C69-C07821DCF3A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63640" y="2193042"/>
            <a:ext cx="2514600" cy="3200400"/>
          </a:xfrm>
          <a:solidFill>
            <a:schemeClr val="accent5"/>
          </a:solidFill>
          <a:ln w="25400">
            <a:solidFill>
              <a:schemeClr val="dk1"/>
            </a:solidFill>
          </a:ln>
        </p:spPr>
        <p:txBody>
          <a:bodyPr tIns="2377440"/>
          <a:lstStyle>
            <a:lvl1pPr marL="0" indent="0" algn="ctr">
              <a:buFont typeface="Arial" panose="020B0604020202020204" pitchFamily="34" charset="0"/>
              <a:buNone/>
              <a:defRPr sz="20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3" name="Picture Placeholder 22">
            <a:extLst>
              <a:ext uri="{FF2B5EF4-FFF2-40B4-BE49-F238E27FC236}">
                <a16:creationId xmlns:a16="http://schemas.microsoft.com/office/drawing/2014/main" id="{FE2E99DA-5661-F860-9E54-9C42590265F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277356" y="2193042"/>
            <a:ext cx="2487168" cy="2103120"/>
          </a:xfrm>
          <a:ln w="25400">
            <a:solidFill>
              <a:schemeClr val="tx1"/>
            </a:solidFill>
          </a:ln>
        </p:spPr>
        <p:txBody>
          <a:bodyPr anchor="ctr"/>
          <a:lstStyle>
            <a:lvl1pPr marL="0" indent="0" algn="ctr">
              <a:buNone/>
              <a:defRPr sz="1600"/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99F1332D-1A76-8252-3A4A-73B5BE80BD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263640" y="4846546"/>
            <a:ext cx="2514600" cy="338328"/>
          </a:xfr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5" name="Text Placeholder 24">
            <a:extLst>
              <a:ext uri="{FF2B5EF4-FFF2-40B4-BE49-F238E27FC236}">
                <a16:creationId xmlns:a16="http://schemas.microsoft.com/office/drawing/2014/main" id="{47253530-631C-01D6-E4D5-53EA91819A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107424" y="2169547"/>
            <a:ext cx="2514600" cy="3200400"/>
          </a:xfrm>
          <a:solidFill>
            <a:schemeClr val="accent5"/>
          </a:solidFill>
          <a:ln w="25400">
            <a:solidFill>
              <a:schemeClr val="dk1"/>
            </a:solidFill>
          </a:ln>
        </p:spPr>
        <p:txBody>
          <a:bodyPr tIns="2377440"/>
          <a:lstStyle>
            <a:lvl1pPr marL="0" indent="0" algn="ctr">
              <a:buFont typeface="Arial" panose="020B0604020202020204" pitchFamily="34" charset="0"/>
              <a:buNone/>
              <a:defRPr sz="20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6" name="Picture Placeholder 22">
            <a:extLst>
              <a:ext uri="{FF2B5EF4-FFF2-40B4-BE49-F238E27FC236}">
                <a16:creationId xmlns:a16="http://schemas.microsoft.com/office/drawing/2014/main" id="{2087F48D-BCD6-2370-DFEB-3DC85577058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121140" y="2169547"/>
            <a:ext cx="2487168" cy="2103120"/>
          </a:xfrm>
          <a:ln w="25400">
            <a:solidFill>
              <a:schemeClr val="tx1"/>
            </a:solidFill>
          </a:ln>
        </p:spPr>
        <p:txBody>
          <a:bodyPr anchor="ctr"/>
          <a:lstStyle>
            <a:lvl1pPr marL="0" indent="0" algn="ctr">
              <a:buNone/>
              <a:defRPr sz="1600"/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37" name="Text Placeholder 26">
            <a:extLst>
              <a:ext uri="{FF2B5EF4-FFF2-40B4-BE49-F238E27FC236}">
                <a16:creationId xmlns:a16="http://schemas.microsoft.com/office/drawing/2014/main" id="{2730E53E-4C0B-1C22-8754-2D69B55DF37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107424" y="4846546"/>
            <a:ext cx="2514600" cy="338328"/>
          </a:xfr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8252B54-8A68-DB21-54FB-342276BCEE38}"/>
              </a:ext>
            </a:extLst>
          </p:cNvPr>
          <p:cNvCxnSpPr>
            <a:cxnSpLocks/>
          </p:cNvCxnSpPr>
          <p:nvPr userDrawn="1"/>
        </p:nvCxnSpPr>
        <p:spPr>
          <a:xfrm>
            <a:off x="0" y="6535885"/>
            <a:ext cx="83820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384EF8F-B039-D242-A81B-F393B674C274}"/>
              </a:ext>
            </a:extLst>
          </p:cNvPr>
          <p:cNvCxnSpPr>
            <a:cxnSpLocks/>
          </p:cNvCxnSpPr>
          <p:nvPr userDrawn="1"/>
        </p:nvCxnSpPr>
        <p:spPr>
          <a:xfrm>
            <a:off x="1205025" y="6535885"/>
            <a:ext cx="416052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A9D6E63-D581-350F-03A0-665A80481391}"/>
              </a:ext>
            </a:extLst>
          </p:cNvPr>
          <p:cNvCxnSpPr>
            <a:cxnSpLocks/>
          </p:cNvCxnSpPr>
          <p:nvPr userDrawn="1"/>
        </p:nvCxnSpPr>
        <p:spPr>
          <a:xfrm>
            <a:off x="6802120" y="6528812"/>
            <a:ext cx="384048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A05D09F-A5CA-2745-537C-05333575CD8F}"/>
              </a:ext>
            </a:extLst>
          </p:cNvPr>
          <p:cNvCxnSpPr>
            <a:cxnSpLocks/>
          </p:cNvCxnSpPr>
          <p:nvPr userDrawn="1"/>
        </p:nvCxnSpPr>
        <p:spPr>
          <a:xfrm>
            <a:off x="11276341" y="6528816"/>
            <a:ext cx="91440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F2B86B-C1F2-7E0E-C065-E2B156A7F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D0AFDD5-844D-364D-8AEC-50CF4D36D55D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5DA4D1-2752-E7A4-2EB8-33E55361D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C200B8-5151-AE1E-3DA7-04B965986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20XX</a:t>
            </a:r>
          </a:p>
        </p:txBody>
      </p:sp>
    </p:spTree>
    <p:extLst>
      <p:ext uri="{BB962C8B-B14F-4D97-AF65-F5344CB8AC3E}">
        <p14:creationId xmlns:p14="http://schemas.microsoft.com/office/powerpoint/2010/main" val="3939377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am x8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149;p53">
            <a:extLst>
              <a:ext uri="{FF2B5EF4-FFF2-40B4-BE49-F238E27FC236}">
                <a16:creationId xmlns:a16="http://schemas.microsoft.com/office/drawing/2014/main" id="{559D8666-7371-3C57-AFFE-49810709BDDB}"/>
              </a:ext>
            </a:extLst>
          </p:cNvPr>
          <p:cNvSpPr/>
          <p:nvPr userDrawn="1"/>
        </p:nvSpPr>
        <p:spPr>
          <a:xfrm>
            <a:off x="663551" y="1967633"/>
            <a:ext cx="2543865" cy="2085433"/>
          </a:xfrm>
          <a:prstGeom prst="rect">
            <a:avLst/>
          </a:prstGeom>
          <a:solidFill>
            <a:schemeClr val="accent2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2" name="Google Shape;1149;p53">
            <a:extLst>
              <a:ext uri="{FF2B5EF4-FFF2-40B4-BE49-F238E27FC236}">
                <a16:creationId xmlns:a16="http://schemas.microsoft.com/office/drawing/2014/main" id="{434B564B-DE03-74A6-773C-0FD4632658D1}"/>
              </a:ext>
            </a:extLst>
          </p:cNvPr>
          <p:cNvSpPr/>
          <p:nvPr userDrawn="1"/>
        </p:nvSpPr>
        <p:spPr>
          <a:xfrm>
            <a:off x="663550" y="4337851"/>
            <a:ext cx="2543865" cy="2085433"/>
          </a:xfrm>
          <a:prstGeom prst="rect">
            <a:avLst/>
          </a:prstGeom>
          <a:solidFill>
            <a:schemeClr val="accent2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5" name="Google Shape;1149;p53">
            <a:extLst>
              <a:ext uri="{FF2B5EF4-FFF2-40B4-BE49-F238E27FC236}">
                <a16:creationId xmlns:a16="http://schemas.microsoft.com/office/drawing/2014/main" id="{A98F51D8-7768-BB9C-DEFD-FE6F101B538B}"/>
              </a:ext>
            </a:extLst>
          </p:cNvPr>
          <p:cNvSpPr/>
          <p:nvPr userDrawn="1"/>
        </p:nvSpPr>
        <p:spPr>
          <a:xfrm>
            <a:off x="3509629" y="1967633"/>
            <a:ext cx="2543865" cy="2085433"/>
          </a:xfrm>
          <a:prstGeom prst="rect">
            <a:avLst/>
          </a:prstGeom>
          <a:solidFill>
            <a:schemeClr val="accent2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7" name="Google Shape;1149;p53">
            <a:extLst>
              <a:ext uri="{FF2B5EF4-FFF2-40B4-BE49-F238E27FC236}">
                <a16:creationId xmlns:a16="http://schemas.microsoft.com/office/drawing/2014/main" id="{824DDB7E-F583-BE45-8440-04134133EF5E}"/>
              </a:ext>
            </a:extLst>
          </p:cNvPr>
          <p:cNvSpPr/>
          <p:nvPr userDrawn="1"/>
        </p:nvSpPr>
        <p:spPr>
          <a:xfrm>
            <a:off x="3509628" y="4337851"/>
            <a:ext cx="2543865" cy="2085433"/>
          </a:xfrm>
          <a:prstGeom prst="rect">
            <a:avLst/>
          </a:prstGeom>
          <a:solidFill>
            <a:schemeClr val="accent2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9" name="Google Shape;1149;p53">
            <a:extLst>
              <a:ext uri="{FF2B5EF4-FFF2-40B4-BE49-F238E27FC236}">
                <a16:creationId xmlns:a16="http://schemas.microsoft.com/office/drawing/2014/main" id="{3AB34327-1213-C6F7-069A-661286889411}"/>
              </a:ext>
            </a:extLst>
          </p:cNvPr>
          <p:cNvSpPr/>
          <p:nvPr userDrawn="1"/>
        </p:nvSpPr>
        <p:spPr>
          <a:xfrm>
            <a:off x="6355709" y="1965287"/>
            <a:ext cx="2543865" cy="2085433"/>
          </a:xfrm>
          <a:prstGeom prst="rect">
            <a:avLst/>
          </a:prstGeom>
          <a:solidFill>
            <a:schemeClr val="accent2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1" name="Google Shape;1149;p53">
            <a:extLst>
              <a:ext uri="{FF2B5EF4-FFF2-40B4-BE49-F238E27FC236}">
                <a16:creationId xmlns:a16="http://schemas.microsoft.com/office/drawing/2014/main" id="{B6BF1339-971D-E8EC-9A92-C646A04A9796}"/>
              </a:ext>
            </a:extLst>
          </p:cNvPr>
          <p:cNvSpPr/>
          <p:nvPr userDrawn="1"/>
        </p:nvSpPr>
        <p:spPr>
          <a:xfrm>
            <a:off x="6355708" y="4335505"/>
            <a:ext cx="2543865" cy="2085433"/>
          </a:xfrm>
          <a:prstGeom prst="rect">
            <a:avLst/>
          </a:prstGeom>
          <a:solidFill>
            <a:schemeClr val="accent2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4" name="Google Shape;1149;p53">
            <a:extLst>
              <a:ext uri="{FF2B5EF4-FFF2-40B4-BE49-F238E27FC236}">
                <a16:creationId xmlns:a16="http://schemas.microsoft.com/office/drawing/2014/main" id="{2C16FE32-0722-CA1D-92A1-77B7780BDE81}"/>
              </a:ext>
            </a:extLst>
          </p:cNvPr>
          <p:cNvSpPr/>
          <p:nvPr userDrawn="1"/>
        </p:nvSpPr>
        <p:spPr>
          <a:xfrm>
            <a:off x="9201787" y="1965287"/>
            <a:ext cx="2543865" cy="2085433"/>
          </a:xfrm>
          <a:prstGeom prst="rect">
            <a:avLst/>
          </a:prstGeom>
          <a:solidFill>
            <a:schemeClr val="accent2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7" name="Google Shape;1149;p53">
            <a:extLst>
              <a:ext uri="{FF2B5EF4-FFF2-40B4-BE49-F238E27FC236}">
                <a16:creationId xmlns:a16="http://schemas.microsoft.com/office/drawing/2014/main" id="{A3D368EA-D182-9937-D248-E4051379E257}"/>
              </a:ext>
            </a:extLst>
          </p:cNvPr>
          <p:cNvSpPr/>
          <p:nvPr userDrawn="1"/>
        </p:nvSpPr>
        <p:spPr>
          <a:xfrm>
            <a:off x="9201786" y="4335505"/>
            <a:ext cx="2543865" cy="2085433"/>
          </a:xfrm>
          <a:prstGeom prst="rect">
            <a:avLst/>
          </a:prstGeom>
          <a:solidFill>
            <a:schemeClr val="accent2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7FDA4E-49F9-223C-DA55-A79802EE1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2349526F-21BB-B06B-612E-8AAA322B41D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65816" y="1865376"/>
            <a:ext cx="2514600" cy="2084832"/>
          </a:xfrm>
          <a:solidFill>
            <a:schemeClr val="accent5"/>
          </a:solidFill>
          <a:ln w="25400">
            <a:solidFill>
              <a:schemeClr val="dk1"/>
            </a:solidFill>
          </a:ln>
        </p:spPr>
        <p:txBody>
          <a:bodyPr tIns="1490472"/>
          <a:lstStyle>
            <a:lvl1pPr marL="0" indent="0" algn="ctr">
              <a:buFont typeface="Arial" panose="020B0604020202020204" pitchFamily="34" charset="0"/>
              <a:buNone/>
              <a:defRPr sz="16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99DE91A1-A01A-B800-F6EB-C013020202C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9532" y="1874520"/>
            <a:ext cx="2487168" cy="1280160"/>
          </a:xfrm>
          <a:ln w="25400">
            <a:solidFill>
              <a:schemeClr val="tx1"/>
            </a:solidFill>
          </a:ln>
        </p:spPr>
        <p:txBody>
          <a:bodyPr anchor="ctr"/>
          <a:lstStyle>
            <a:lvl1pPr marL="0" indent="0" algn="ctr">
              <a:buNone/>
              <a:defRPr sz="1600"/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733EF8C8-3849-9C80-1F6E-7038D113478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0220" y="3584901"/>
            <a:ext cx="2514600" cy="27432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6" name="Text Placeholder 24">
            <a:extLst>
              <a:ext uri="{FF2B5EF4-FFF2-40B4-BE49-F238E27FC236}">
                <a16:creationId xmlns:a16="http://schemas.microsoft.com/office/drawing/2014/main" id="{F27A4420-EB9D-589B-DE9E-4CFCC6B25A6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65816" y="4242816"/>
            <a:ext cx="2514600" cy="2084832"/>
          </a:xfrm>
          <a:solidFill>
            <a:schemeClr val="accent5"/>
          </a:solidFill>
          <a:ln w="25400">
            <a:solidFill>
              <a:schemeClr val="dk1"/>
            </a:solidFill>
          </a:ln>
        </p:spPr>
        <p:txBody>
          <a:bodyPr tIns="1490472"/>
          <a:lstStyle>
            <a:lvl1pPr marL="0" indent="0" algn="ctr">
              <a:buFont typeface="Arial" panose="020B0604020202020204" pitchFamily="34" charset="0"/>
              <a:buNone/>
              <a:defRPr sz="16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7" name="Picture Placeholder 22">
            <a:extLst>
              <a:ext uri="{FF2B5EF4-FFF2-40B4-BE49-F238E27FC236}">
                <a16:creationId xmlns:a16="http://schemas.microsoft.com/office/drawing/2014/main" id="{D76F8DA4-2C9A-48DE-DB4A-045A11601F4C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579532" y="4242816"/>
            <a:ext cx="2487168" cy="1280160"/>
          </a:xfrm>
          <a:ln w="25400">
            <a:solidFill>
              <a:schemeClr val="tx1"/>
            </a:solidFill>
          </a:ln>
        </p:spPr>
        <p:txBody>
          <a:bodyPr anchor="ctr"/>
          <a:lstStyle>
            <a:lvl1pPr marL="0" indent="0" algn="ctr">
              <a:buNone/>
              <a:defRPr sz="1600"/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7" name="Text Placeholder 26">
            <a:extLst>
              <a:ext uri="{FF2B5EF4-FFF2-40B4-BE49-F238E27FC236}">
                <a16:creationId xmlns:a16="http://schemas.microsoft.com/office/drawing/2014/main" id="{010C7458-97A7-97A1-88E7-1D3194A7EA4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80220" y="5947269"/>
            <a:ext cx="2514600" cy="27432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32F8A8CA-E278-E129-A09C-8C4B7CCA2DE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19856" y="1865376"/>
            <a:ext cx="2514600" cy="2084832"/>
          </a:xfrm>
          <a:solidFill>
            <a:schemeClr val="accent5"/>
          </a:solidFill>
          <a:ln w="25400">
            <a:solidFill>
              <a:schemeClr val="dk1"/>
            </a:solidFill>
          </a:ln>
        </p:spPr>
        <p:txBody>
          <a:bodyPr tIns="1490472"/>
          <a:lstStyle>
            <a:lvl1pPr marL="0" indent="0" algn="ctr">
              <a:buFont typeface="Arial" panose="020B0604020202020204" pitchFamily="34" charset="0"/>
              <a:buNone/>
              <a:defRPr sz="16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Picture Placeholder 22">
            <a:extLst>
              <a:ext uri="{FF2B5EF4-FFF2-40B4-BE49-F238E27FC236}">
                <a16:creationId xmlns:a16="http://schemas.microsoft.com/office/drawing/2014/main" id="{3CFBF841-C094-5FA8-63F2-F5DA37C0359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433572" y="1874520"/>
            <a:ext cx="2487168" cy="1280160"/>
          </a:xfrm>
          <a:ln w="25400">
            <a:solidFill>
              <a:schemeClr val="tx1"/>
            </a:solidFill>
          </a:ln>
        </p:spPr>
        <p:txBody>
          <a:bodyPr anchor="ctr"/>
          <a:lstStyle>
            <a:lvl1pPr marL="0" indent="0" algn="ctr">
              <a:buNone/>
              <a:defRPr sz="1600"/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31" name="Text Placeholder 26">
            <a:extLst>
              <a:ext uri="{FF2B5EF4-FFF2-40B4-BE49-F238E27FC236}">
                <a16:creationId xmlns:a16="http://schemas.microsoft.com/office/drawing/2014/main" id="{C76BA571-FE5C-F5F7-9056-20BD57DA678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19856" y="3584901"/>
            <a:ext cx="2514600" cy="27432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8" name="Text Placeholder 24">
            <a:extLst>
              <a:ext uri="{FF2B5EF4-FFF2-40B4-BE49-F238E27FC236}">
                <a16:creationId xmlns:a16="http://schemas.microsoft.com/office/drawing/2014/main" id="{27F73601-DBA6-A721-D6BF-321A387810A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19856" y="4242816"/>
            <a:ext cx="2514600" cy="2084832"/>
          </a:xfrm>
          <a:solidFill>
            <a:schemeClr val="accent5"/>
          </a:solidFill>
          <a:ln w="25400">
            <a:solidFill>
              <a:schemeClr val="dk1"/>
            </a:solidFill>
          </a:ln>
        </p:spPr>
        <p:txBody>
          <a:bodyPr tIns="1490472"/>
          <a:lstStyle>
            <a:lvl1pPr marL="0" indent="0" algn="ctr">
              <a:buFont typeface="Arial" panose="020B0604020202020204" pitchFamily="34" charset="0"/>
              <a:buNone/>
              <a:defRPr sz="16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9" name="Picture Placeholder 22">
            <a:extLst>
              <a:ext uri="{FF2B5EF4-FFF2-40B4-BE49-F238E27FC236}">
                <a16:creationId xmlns:a16="http://schemas.microsoft.com/office/drawing/2014/main" id="{060504F7-2F69-FC38-B09C-5DCA35CD85A9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433572" y="4242816"/>
            <a:ext cx="2487168" cy="1280160"/>
          </a:xfrm>
          <a:ln w="25400">
            <a:solidFill>
              <a:schemeClr val="tx1"/>
            </a:solidFill>
          </a:ln>
        </p:spPr>
        <p:txBody>
          <a:bodyPr anchor="ctr"/>
          <a:lstStyle>
            <a:lvl1pPr marL="0" indent="0" algn="ctr">
              <a:buNone/>
              <a:defRPr sz="1600"/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50" name="Text Placeholder 26">
            <a:extLst>
              <a:ext uri="{FF2B5EF4-FFF2-40B4-BE49-F238E27FC236}">
                <a16:creationId xmlns:a16="http://schemas.microsoft.com/office/drawing/2014/main" id="{3843A45B-37B6-D773-B219-9EBAD5F19532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19856" y="5947269"/>
            <a:ext cx="2514600" cy="27432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2" name="Text Placeholder 24">
            <a:extLst>
              <a:ext uri="{FF2B5EF4-FFF2-40B4-BE49-F238E27FC236}">
                <a16:creationId xmlns:a16="http://schemas.microsoft.com/office/drawing/2014/main" id="{D7F9FC21-D881-DB86-4C69-C07821DCF3A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63640" y="1865376"/>
            <a:ext cx="2514600" cy="2084832"/>
          </a:xfrm>
          <a:solidFill>
            <a:schemeClr val="accent5"/>
          </a:solidFill>
          <a:ln w="25400">
            <a:solidFill>
              <a:schemeClr val="dk1"/>
            </a:solidFill>
          </a:ln>
        </p:spPr>
        <p:txBody>
          <a:bodyPr tIns="1490472"/>
          <a:lstStyle>
            <a:lvl1pPr marL="0" indent="0" algn="ctr">
              <a:buFont typeface="Arial" panose="020B0604020202020204" pitchFamily="34" charset="0"/>
              <a:buNone/>
              <a:defRPr sz="16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3" name="Picture Placeholder 22">
            <a:extLst>
              <a:ext uri="{FF2B5EF4-FFF2-40B4-BE49-F238E27FC236}">
                <a16:creationId xmlns:a16="http://schemas.microsoft.com/office/drawing/2014/main" id="{FE2E99DA-5661-F860-9E54-9C42590265F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277356" y="1874520"/>
            <a:ext cx="2487168" cy="1280160"/>
          </a:xfrm>
          <a:ln w="25400">
            <a:solidFill>
              <a:schemeClr val="tx1"/>
            </a:solidFill>
          </a:ln>
        </p:spPr>
        <p:txBody>
          <a:bodyPr anchor="ctr"/>
          <a:lstStyle>
            <a:lvl1pPr marL="0" indent="0" algn="ctr">
              <a:buNone/>
              <a:defRPr sz="1600"/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99F1332D-1A76-8252-3A4A-73B5BE80BD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263640" y="3584901"/>
            <a:ext cx="2514600" cy="27432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1" name="Text Placeholder 24">
            <a:extLst>
              <a:ext uri="{FF2B5EF4-FFF2-40B4-BE49-F238E27FC236}">
                <a16:creationId xmlns:a16="http://schemas.microsoft.com/office/drawing/2014/main" id="{E5E9A104-54F0-5100-0B27-DBD2DF206786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263640" y="4242816"/>
            <a:ext cx="2514600" cy="2084832"/>
          </a:xfrm>
          <a:solidFill>
            <a:schemeClr val="accent5"/>
          </a:solidFill>
          <a:ln w="25400">
            <a:solidFill>
              <a:schemeClr val="dk1"/>
            </a:solidFill>
          </a:ln>
        </p:spPr>
        <p:txBody>
          <a:bodyPr tIns="1490472"/>
          <a:lstStyle>
            <a:lvl1pPr marL="0" indent="0" algn="ctr">
              <a:buFont typeface="Arial" panose="020B0604020202020204" pitchFamily="34" charset="0"/>
              <a:buNone/>
              <a:defRPr sz="16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2" name="Picture Placeholder 22">
            <a:extLst>
              <a:ext uri="{FF2B5EF4-FFF2-40B4-BE49-F238E27FC236}">
                <a16:creationId xmlns:a16="http://schemas.microsoft.com/office/drawing/2014/main" id="{23469072-7775-90E2-6C92-C6D03C1DACB0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277356" y="4242816"/>
            <a:ext cx="2487168" cy="1280160"/>
          </a:xfrm>
          <a:ln w="25400">
            <a:solidFill>
              <a:schemeClr val="tx1"/>
            </a:solidFill>
          </a:ln>
        </p:spPr>
        <p:txBody>
          <a:bodyPr anchor="ctr"/>
          <a:lstStyle>
            <a:lvl1pPr marL="0" indent="0" algn="ctr">
              <a:buNone/>
              <a:defRPr sz="1600"/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53" name="Text Placeholder 26">
            <a:extLst>
              <a:ext uri="{FF2B5EF4-FFF2-40B4-BE49-F238E27FC236}">
                <a16:creationId xmlns:a16="http://schemas.microsoft.com/office/drawing/2014/main" id="{BF06B9AA-555D-874C-1198-B3ED9EBC7140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263640" y="5947269"/>
            <a:ext cx="2514600" cy="27432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5" name="Text Placeholder 24">
            <a:extLst>
              <a:ext uri="{FF2B5EF4-FFF2-40B4-BE49-F238E27FC236}">
                <a16:creationId xmlns:a16="http://schemas.microsoft.com/office/drawing/2014/main" id="{47253530-631C-01D6-E4D5-53EA91819A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107424" y="1865376"/>
            <a:ext cx="2514600" cy="2084832"/>
          </a:xfrm>
          <a:solidFill>
            <a:schemeClr val="accent5"/>
          </a:solidFill>
          <a:ln w="25400">
            <a:solidFill>
              <a:schemeClr val="dk1"/>
            </a:solidFill>
          </a:ln>
        </p:spPr>
        <p:txBody>
          <a:bodyPr tIns="1490472"/>
          <a:lstStyle>
            <a:lvl1pPr marL="0" indent="0" algn="ctr">
              <a:buFont typeface="Arial" panose="020B0604020202020204" pitchFamily="34" charset="0"/>
              <a:buNone/>
              <a:defRPr sz="16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6" name="Picture Placeholder 22">
            <a:extLst>
              <a:ext uri="{FF2B5EF4-FFF2-40B4-BE49-F238E27FC236}">
                <a16:creationId xmlns:a16="http://schemas.microsoft.com/office/drawing/2014/main" id="{2087F48D-BCD6-2370-DFEB-3DC85577058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121140" y="1874520"/>
            <a:ext cx="2487168" cy="1280160"/>
          </a:xfrm>
          <a:ln w="25400">
            <a:solidFill>
              <a:schemeClr val="tx1"/>
            </a:solidFill>
          </a:ln>
        </p:spPr>
        <p:txBody>
          <a:bodyPr anchor="ctr"/>
          <a:lstStyle>
            <a:lvl1pPr marL="0" indent="0" algn="ctr">
              <a:buNone/>
              <a:defRPr sz="1600"/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37" name="Text Placeholder 26">
            <a:extLst>
              <a:ext uri="{FF2B5EF4-FFF2-40B4-BE49-F238E27FC236}">
                <a16:creationId xmlns:a16="http://schemas.microsoft.com/office/drawing/2014/main" id="{2730E53E-4C0B-1C22-8754-2D69B55DF37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107424" y="3584901"/>
            <a:ext cx="2514600" cy="27432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4" name="Text Placeholder 24">
            <a:extLst>
              <a:ext uri="{FF2B5EF4-FFF2-40B4-BE49-F238E27FC236}">
                <a16:creationId xmlns:a16="http://schemas.microsoft.com/office/drawing/2014/main" id="{9690986C-4F11-A46D-923C-CCC08AB6CB76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107424" y="4242816"/>
            <a:ext cx="2514600" cy="2084832"/>
          </a:xfrm>
          <a:solidFill>
            <a:schemeClr val="accent5"/>
          </a:solidFill>
          <a:ln w="25400">
            <a:solidFill>
              <a:schemeClr val="dk1"/>
            </a:solidFill>
          </a:ln>
        </p:spPr>
        <p:txBody>
          <a:bodyPr tIns="1490472"/>
          <a:lstStyle>
            <a:lvl1pPr marL="0" indent="0" algn="ctr">
              <a:buFont typeface="Arial" panose="020B0604020202020204" pitchFamily="34" charset="0"/>
              <a:buNone/>
              <a:defRPr sz="16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5" name="Picture Placeholder 22">
            <a:extLst>
              <a:ext uri="{FF2B5EF4-FFF2-40B4-BE49-F238E27FC236}">
                <a16:creationId xmlns:a16="http://schemas.microsoft.com/office/drawing/2014/main" id="{A4293B55-9185-9732-2F46-4B62C7F1F21E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9121140" y="4242816"/>
            <a:ext cx="2487168" cy="1280160"/>
          </a:xfrm>
          <a:ln w="25400">
            <a:solidFill>
              <a:schemeClr val="tx1"/>
            </a:solidFill>
          </a:ln>
        </p:spPr>
        <p:txBody>
          <a:bodyPr anchor="ctr"/>
          <a:lstStyle>
            <a:lvl1pPr marL="0" indent="0" algn="ctr">
              <a:buNone/>
              <a:defRPr sz="1600"/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56" name="Text Placeholder 26">
            <a:extLst>
              <a:ext uri="{FF2B5EF4-FFF2-40B4-BE49-F238E27FC236}">
                <a16:creationId xmlns:a16="http://schemas.microsoft.com/office/drawing/2014/main" id="{B8529D99-B7B2-6411-E928-9FA204E3842A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9107424" y="5947269"/>
            <a:ext cx="2514600" cy="27432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0617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is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9EB71-EE42-930D-4E54-FA0F44BD2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1947672"/>
            <a:ext cx="3209544" cy="2862072"/>
          </a:xfrm>
        </p:spPr>
        <p:txBody>
          <a:bodyPr anchor="ctr"/>
          <a:lstStyle>
            <a:lvl1pPr algn="l">
              <a:defRPr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7" name="Google Shape;1247;p56">
            <a:extLst>
              <a:ext uri="{FF2B5EF4-FFF2-40B4-BE49-F238E27FC236}">
                <a16:creationId xmlns:a16="http://schemas.microsoft.com/office/drawing/2014/main" id="{1A52F175-2E39-E9BE-B4DF-67098DB248AA}"/>
              </a:ext>
            </a:extLst>
          </p:cNvPr>
          <p:cNvSpPr/>
          <p:nvPr userDrawn="1"/>
        </p:nvSpPr>
        <p:spPr>
          <a:xfrm>
            <a:off x="5607119" y="347046"/>
            <a:ext cx="6281928" cy="1039748"/>
          </a:xfrm>
          <a:prstGeom prst="rect">
            <a:avLst/>
          </a:prstGeom>
          <a:solidFill>
            <a:schemeClr val="accent3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accent2"/>
              </a:solidFill>
              <a:latin typeface="+mj-lt"/>
              <a:ea typeface="Karla"/>
              <a:cs typeface="Karla"/>
              <a:sym typeface="Karla"/>
            </a:endParaRPr>
          </a:p>
        </p:txBody>
      </p:sp>
      <p:sp>
        <p:nvSpPr>
          <p:cNvPr id="9" name="Google Shape;1264;p56">
            <a:extLst>
              <a:ext uri="{FF2B5EF4-FFF2-40B4-BE49-F238E27FC236}">
                <a16:creationId xmlns:a16="http://schemas.microsoft.com/office/drawing/2014/main" id="{CE3B3000-733D-1995-D39A-E659E5A429CC}"/>
              </a:ext>
            </a:extLst>
          </p:cNvPr>
          <p:cNvSpPr/>
          <p:nvPr userDrawn="1"/>
        </p:nvSpPr>
        <p:spPr>
          <a:xfrm>
            <a:off x="5607119" y="1623673"/>
            <a:ext cx="6281928" cy="1039748"/>
          </a:xfrm>
          <a:prstGeom prst="rect">
            <a:avLst/>
          </a:prstGeom>
          <a:solidFill>
            <a:schemeClr val="accent3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+mj-lt"/>
              <a:ea typeface="Karla"/>
              <a:cs typeface="Karla"/>
              <a:sym typeface="Karla"/>
            </a:endParaRPr>
          </a:p>
        </p:txBody>
      </p:sp>
      <p:sp>
        <p:nvSpPr>
          <p:cNvPr id="11" name="Google Shape;1278;p56">
            <a:extLst>
              <a:ext uri="{FF2B5EF4-FFF2-40B4-BE49-F238E27FC236}">
                <a16:creationId xmlns:a16="http://schemas.microsoft.com/office/drawing/2014/main" id="{F1BC0AB2-17DA-D97E-3052-DA48D80F7428}"/>
              </a:ext>
            </a:extLst>
          </p:cNvPr>
          <p:cNvSpPr/>
          <p:nvPr userDrawn="1"/>
        </p:nvSpPr>
        <p:spPr>
          <a:xfrm>
            <a:off x="5607119" y="2925956"/>
            <a:ext cx="6281928" cy="1039748"/>
          </a:xfrm>
          <a:prstGeom prst="rect">
            <a:avLst/>
          </a:prstGeom>
          <a:solidFill>
            <a:schemeClr val="accent3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+mj-lt"/>
              <a:ea typeface="Karla"/>
              <a:cs typeface="Karla"/>
              <a:sym typeface="Karla"/>
            </a:endParaRPr>
          </a:p>
        </p:txBody>
      </p:sp>
      <p:sp>
        <p:nvSpPr>
          <p:cNvPr id="13" name="Google Shape;1278;p56">
            <a:extLst>
              <a:ext uri="{FF2B5EF4-FFF2-40B4-BE49-F238E27FC236}">
                <a16:creationId xmlns:a16="http://schemas.microsoft.com/office/drawing/2014/main" id="{C860490F-E3DB-3E9F-0AC6-F04949DC59C3}"/>
              </a:ext>
            </a:extLst>
          </p:cNvPr>
          <p:cNvSpPr/>
          <p:nvPr userDrawn="1"/>
        </p:nvSpPr>
        <p:spPr>
          <a:xfrm>
            <a:off x="5607120" y="4223036"/>
            <a:ext cx="6281928" cy="1039748"/>
          </a:xfrm>
          <a:prstGeom prst="rect">
            <a:avLst/>
          </a:prstGeom>
          <a:solidFill>
            <a:schemeClr val="accent3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+mj-lt"/>
              <a:ea typeface="Karla"/>
              <a:cs typeface="Karla"/>
              <a:sym typeface="Karla"/>
            </a:endParaRPr>
          </a:p>
        </p:txBody>
      </p:sp>
      <p:sp>
        <p:nvSpPr>
          <p:cNvPr id="15" name="Google Shape;1278;p56">
            <a:extLst>
              <a:ext uri="{FF2B5EF4-FFF2-40B4-BE49-F238E27FC236}">
                <a16:creationId xmlns:a16="http://schemas.microsoft.com/office/drawing/2014/main" id="{522E5778-EA03-EFC4-08AA-ECB1C07ED56E}"/>
              </a:ext>
            </a:extLst>
          </p:cNvPr>
          <p:cNvSpPr/>
          <p:nvPr userDrawn="1"/>
        </p:nvSpPr>
        <p:spPr>
          <a:xfrm>
            <a:off x="5607120" y="5519473"/>
            <a:ext cx="6281928" cy="1039748"/>
          </a:xfrm>
          <a:prstGeom prst="rect">
            <a:avLst/>
          </a:prstGeom>
          <a:solidFill>
            <a:schemeClr val="accent3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+mj-lt"/>
              <a:ea typeface="Karla"/>
              <a:cs typeface="Karla"/>
              <a:sym typeface="Karla"/>
            </a:endParaRPr>
          </a:p>
        </p:txBody>
      </p:sp>
      <p:sp>
        <p:nvSpPr>
          <p:cNvPr id="17" name="Google Shape;1268;p56">
            <a:extLst>
              <a:ext uri="{FF2B5EF4-FFF2-40B4-BE49-F238E27FC236}">
                <a16:creationId xmlns:a16="http://schemas.microsoft.com/office/drawing/2014/main" id="{EEA0BE49-92E1-A1A3-40E0-DDAA5511F637}"/>
              </a:ext>
            </a:extLst>
          </p:cNvPr>
          <p:cNvSpPr/>
          <p:nvPr userDrawn="1"/>
        </p:nvSpPr>
        <p:spPr>
          <a:xfrm>
            <a:off x="4348745" y="1637743"/>
            <a:ext cx="969865" cy="969865"/>
          </a:xfrm>
          <a:prstGeom prst="ellipse">
            <a:avLst/>
          </a:prstGeom>
          <a:solidFill>
            <a:schemeClr val="accent3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9" name="Google Shape;1282;p56">
            <a:extLst>
              <a:ext uri="{FF2B5EF4-FFF2-40B4-BE49-F238E27FC236}">
                <a16:creationId xmlns:a16="http://schemas.microsoft.com/office/drawing/2014/main" id="{DF15F1EC-1D2B-FF49-7785-26BC7083A07C}"/>
              </a:ext>
            </a:extLst>
          </p:cNvPr>
          <p:cNvSpPr/>
          <p:nvPr userDrawn="1"/>
        </p:nvSpPr>
        <p:spPr>
          <a:xfrm>
            <a:off x="4348745" y="2927249"/>
            <a:ext cx="969865" cy="969865"/>
          </a:xfrm>
          <a:prstGeom prst="ellipse">
            <a:avLst/>
          </a:prstGeom>
          <a:solidFill>
            <a:schemeClr val="accent3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1" name="Google Shape;1282;p56">
            <a:extLst>
              <a:ext uri="{FF2B5EF4-FFF2-40B4-BE49-F238E27FC236}">
                <a16:creationId xmlns:a16="http://schemas.microsoft.com/office/drawing/2014/main" id="{BE3FDD69-3D60-CF6B-97A3-7B2C1AE3100A}"/>
              </a:ext>
            </a:extLst>
          </p:cNvPr>
          <p:cNvSpPr/>
          <p:nvPr userDrawn="1"/>
        </p:nvSpPr>
        <p:spPr>
          <a:xfrm>
            <a:off x="4348745" y="4277006"/>
            <a:ext cx="969865" cy="969865"/>
          </a:xfrm>
          <a:prstGeom prst="ellipse">
            <a:avLst/>
          </a:prstGeom>
          <a:solidFill>
            <a:schemeClr val="accent3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3" name="Google Shape;1282;p56">
            <a:extLst>
              <a:ext uri="{FF2B5EF4-FFF2-40B4-BE49-F238E27FC236}">
                <a16:creationId xmlns:a16="http://schemas.microsoft.com/office/drawing/2014/main" id="{E3BB1E5B-DA10-B332-D4B8-D551C3053C53}"/>
              </a:ext>
            </a:extLst>
          </p:cNvPr>
          <p:cNvSpPr/>
          <p:nvPr userDrawn="1"/>
        </p:nvSpPr>
        <p:spPr>
          <a:xfrm>
            <a:off x="4348745" y="5568541"/>
            <a:ext cx="969865" cy="969865"/>
          </a:xfrm>
          <a:prstGeom prst="ellipse">
            <a:avLst/>
          </a:prstGeom>
          <a:solidFill>
            <a:schemeClr val="accent3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5" name="Google Shape;1251;p56">
            <a:extLst>
              <a:ext uri="{FF2B5EF4-FFF2-40B4-BE49-F238E27FC236}">
                <a16:creationId xmlns:a16="http://schemas.microsoft.com/office/drawing/2014/main" id="{8D887B7F-9EBA-E7B8-64CE-5EAB1DF08E19}"/>
              </a:ext>
            </a:extLst>
          </p:cNvPr>
          <p:cNvSpPr/>
          <p:nvPr userDrawn="1"/>
        </p:nvSpPr>
        <p:spPr>
          <a:xfrm>
            <a:off x="4348745" y="361116"/>
            <a:ext cx="969865" cy="969865"/>
          </a:xfrm>
          <a:prstGeom prst="ellipse">
            <a:avLst/>
          </a:prstGeom>
          <a:solidFill>
            <a:schemeClr val="accent3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7" name="Google Shape;1248;p56">
            <a:extLst>
              <a:ext uri="{FF2B5EF4-FFF2-40B4-BE49-F238E27FC236}">
                <a16:creationId xmlns:a16="http://schemas.microsoft.com/office/drawing/2014/main" id="{5AC86C31-7E67-B4EC-1AE0-291ED77F2214}"/>
              </a:ext>
            </a:extLst>
          </p:cNvPr>
          <p:cNvSpPr/>
          <p:nvPr userDrawn="1"/>
        </p:nvSpPr>
        <p:spPr>
          <a:xfrm>
            <a:off x="5512393" y="241430"/>
            <a:ext cx="6281928" cy="1039748"/>
          </a:xfrm>
          <a:prstGeom prst="rect">
            <a:avLst/>
          </a:prstGeom>
          <a:solidFill>
            <a:schemeClr val="accent5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+mj-lt"/>
              <a:ea typeface="Karla"/>
              <a:cs typeface="Karla"/>
              <a:sym typeface="Karla"/>
            </a:endParaRPr>
          </a:p>
        </p:txBody>
      </p:sp>
      <p:sp>
        <p:nvSpPr>
          <p:cNvPr id="29" name="Google Shape;1265;p56">
            <a:extLst>
              <a:ext uri="{FF2B5EF4-FFF2-40B4-BE49-F238E27FC236}">
                <a16:creationId xmlns:a16="http://schemas.microsoft.com/office/drawing/2014/main" id="{A7BF8E2B-5184-B584-D484-7D82C9DA6C41}"/>
              </a:ext>
            </a:extLst>
          </p:cNvPr>
          <p:cNvSpPr/>
          <p:nvPr userDrawn="1"/>
        </p:nvSpPr>
        <p:spPr>
          <a:xfrm>
            <a:off x="5512393" y="1518057"/>
            <a:ext cx="6281928" cy="1039748"/>
          </a:xfrm>
          <a:prstGeom prst="rect">
            <a:avLst/>
          </a:prstGeom>
          <a:solidFill>
            <a:schemeClr val="accent5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+mj-lt"/>
              <a:ea typeface="Karla"/>
              <a:cs typeface="Karla"/>
              <a:sym typeface="Karla"/>
            </a:endParaRPr>
          </a:p>
        </p:txBody>
      </p:sp>
      <p:sp>
        <p:nvSpPr>
          <p:cNvPr id="31" name="Google Shape;1279;p56">
            <a:extLst>
              <a:ext uri="{FF2B5EF4-FFF2-40B4-BE49-F238E27FC236}">
                <a16:creationId xmlns:a16="http://schemas.microsoft.com/office/drawing/2014/main" id="{9E808B73-94D7-57E7-3837-3DA718162E5B}"/>
              </a:ext>
            </a:extLst>
          </p:cNvPr>
          <p:cNvSpPr/>
          <p:nvPr userDrawn="1"/>
        </p:nvSpPr>
        <p:spPr>
          <a:xfrm>
            <a:off x="5512393" y="2807563"/>
            <a:ext cx="6281928" cy="1039748"/>
          </a:xfrm>
          <a:prstGeom prst="rect">
            <a:avLst/>
          </a:prstGeom>
          <a:solidFill>
            <a:schemeClr val="accent5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+mj-lt"/>
              <a:ea typeface="Karla"/>
              <a:cs typeface="Karla"/>
              <a:sym typeface="Karla"/>
            </a:endParaRPr>
          </a:p>
        </p:txBody>
      </p:sp>
      <p:sp>
        <p:nvSpPr>
          <p:cNvPr id="33" name="Google Shape;1279;p56">
            <a:extLst>
              <a:ext uri="{FF2B5EF4-FFF2-40B4-BE49-F238E27FC236}">
                <a16:creationId xmlns:a16="http://schemas.microsoft.com/office/drawing/2014/main" id="{F340E0DF-98FD-EA55-7B4B-8E58FC5CFCDA}"/>
              </a:ext>
            </a:extLst>
          </p:cNvPr>
          <p:cNvSpPr/>
          <p:nvPr userDrawn="1"/>
        </p:nvSpPr>
        <p:spPr>
          <a:xfrm>
            <a:off x="5512394" y="4117420"/>
            <a:ext cx="6281928" cy="1039748"/>
          </a:xfrm>
          <a:prstGeom prst="rect">
            <a:avLst/>
          </a:prstGeom>
          <a:solidFill>
            <a:schemeClr val="accent5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+mj-lt"/>
              <a:ea typeface="Karla"/>
              <a:cs typeface="Karla"/>
              <a:sym typeface="Karla"/>
            </a:endParaRPr>
          </a:p>
        </p:txBody>
      </p:sp>
      <p:sp>
        <p:nvSpPr>
          <p:cNvPr id="35" name="Google Shape;1279;p56">
            <a:extLst>
              <a:ext uri="{FF2B5EF4-FFF2-40B4-BE49-F238E27FC236}">
                <a16:creationId xmlns:a16="http://schemas.microsoft.com/office/drawing/2014/main" id="{1F52D7F5-AD34-C5B1-EEA2-F711AD3A8C3F}"/>
              </a:ext>
            </a:extLst>
          </p:cNvPr>
          <p:cNvSpPr/>
          <p:nvPr userDrawn="1"/>
        </p:nvSpPr>
        <p:spPr>
          <a:xfrm>
            <a:off x="5512394" y="5413857"/>
            <a:ext cx="6281928" cy="1039748"/>
          </a:xfrm>
          <a:prstGeom prst="rect">
            <a:avLst/>
          </a:prstGeom>
          <a:solidFill>
            <a:schemeClr val="accent5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+mj-lt"/>
              <a:ea typeface="Karla"/>
              <a:cs typeface="Karla"/>
              <a:sym typeface="Karla"/>
            </a:endParaRPr>
          </a:p>
        </p:txBody>
      </p:sp>
      <p:sp>
        <p:nvSpPr>
          <p:cNvPr id="37" name="Google Shape;1251;p56">
            <a:extLst>
              <a:ext uri="{FF2B5EF4-FFF2-40B4-BE49-F238E27FC236}">
                <a16:creationId xmlns:a16="http://schemas.microsoft.com/office/drawing/2014/main" id="{A4889AFC-C17E-6AF6-25D9-F977ACD04A9D}"/>
              </a:ext>
            </a:extLst>
          </p:cNvPr>
          <p:cNvSpPr/>
          <p:nvPr userDrawn="1"/>
        </p:nvSpPr>
        <p:spPr>
          <a:xfrm>
            <a:off x="4290632" y="303003"/>
            <a:ext cx="969865" cy="969865"/>
          </a:xfrm>
          <a:prstGeom prst="ellipse">
            <a:avLst/>
          </a:prstGeom>
          <a:solidFill>
            <a:schemeClr val="accent5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9" name="Google Shape;1268;p56">
            <a:extLst>
              <a:ext uri="{FF2B5EF4-FFF2-40B4-BE49-F238E27FC236}">
                <a16:creationId xmlns:a16="http://schemas.microsoft.com/office/drawing/2014/main" id="{5E0F6889-9671-EA56-B88B-DBA6C149062C}"/>
              </a:ext>
            </a:extLst>
          </p:cNvPr>
          <p:cNvSpPr/>
          <p:nvPr userDrawn="1"/>
        </p:nvSpPr>
        <p:spPr>
          <a:xfrm>
            <a:off x="4290632" y="1579630"/>
            <a:ext cx="969865" cy="969865"/>
          </a:xfrm>
          <a:prstGeom prst="ellipse">
            <a:avLst/>
          </a:prstGeom>
          <a:solidFill>
            <a:schemeClr val="accent5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1" name="Google Shape;1282;p56">
            <a:extLst>
              <a:ext uri="{FF2B5EF4-FFF2-40B4-BE49-F238E27FC236}">
                <a16:creationId xmlns:a16="http://schemas.microsoft.com/office/drawing/2014/main" id="{44CB8F8B-1D14-EA9D-117E-79BB0DB776E9}"/>
              </a:ext>
            </a:extLst>
          </p:cNvPr>
          <p:cNvSpPr/>
          <p:nvPr userDrawn="1"/>
        </p:nvSpPr>
        <p:spPr>
          <a:xfrm>
            <a:off x="4290632" y="2869136"/>
            <a:ext cx="969865" cy="969865"/>
          </a:xfrm>
          <a:prstGeom prst="ellipse">
            <a:avLst/>
          </a:prstGeom>
          <a:solidFill>
            <a:schemeClr val="accent5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3" name="Google Shape;1282;p56">
            <a:extLst>
              <a:ext uri="{FF2B5EF4-FFF2-40B4-BE49-F238E27FC236}">
                <a16:creationId xmlns:a16="http://schemas.microsoft.com/office/drawing/2014/main" id="{9D8D9DEA-F6DA-EFDC-5DDF-946728969392}"/>
              </a:ext>
            </a:extLst>
          </p:cNvPr>
          <p:cNvSpPr/>
          <p:nvPr userDrawn="1"/>
        </p:nvSpPr>
        <p:spPr>
          <a:xfrm>
            <a:off x="4290632" y="4217824"/>
            <a:ext cx="969865" cy="969865"/>
          </a:xfrm>
          <a:prstGeom prst="ellipse">
            <a:avLst/>
          </a:prstGeom>
          <a:solidFill>
            <a:schemeClr val="accent5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5" name="Google Shape;1282;p56">
            <a:extLst>
              <a:ext uri="{FF2B5EF4-FFF2-40B4-BE49-F238E27FC236}">
                <a16:creationId xmlns:a16="http://schemas.microsoft.com/office/drawing/2014/main" id="{5B83F600-A2A8-FC3E-235C-F63589027CEC}"/>
              </a:ext>
            </a:extLst>
          </p:cNvPr>
          <p:cNvSpPr/>
          <p:nvPr userDrawn="1"/>
        </p:nvSpPr>
        <p:spPr>
          <a:xfrm>
            <a:off x="4290632" y="5510428"/>
            <a:ext cx="969865" cy="969865"/>
          </a:xfrm>
          <a:prstGeom prst="ellipse">
            <a:avLst/>
          </a:prstGeom>
          <a:solidFill>
            <a:schemeClr val="accent5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7" name="Picture Placeholder 46">
            <a:extLst>
              <a:ext uri="{FF2B5EF4-FFF2-40B4-BE49-F238E27FC236}">
                <a16:creationId xmlns:a16="http://schemas.microsoft.com/office/drawing/2014/main" id="{3B37AA0A-CC3F-643E-4CA3-94EE9D0B955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455524" y="467895"/>
            <a:ext cx="640080" cy="640080"/>
          </a:xfrm>
        </p:spPr>
        <p:txBody>
          <a:bodyPr anchor="ctr"/>
          <a:lstStyle>
            <a:lvl1pPr marL="0" indent="0" algn="ctr">
              <a:buNone/>
              <a:defRPr sz="900"/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53" name="Text Placeholder 52">
            <a:extLst>
              <a:ext uri="{FF2B5EF4-FFF2-40B4-BE49-F238E27FC236}">
                <a16:creationId xmlns:a16="http://schemas.microsoft.com/office/drawing/2014/main" id="{04148F56-845C-40C8-5EFE-44B32FB5576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9864" y="457200"/>
            <a:ext cx="3840480" cy="338328"/>
          </a:xfrm>
        </p:spPr>
        <p:txBody>
          <a:bodyPr/>
          <a:lstStyle>
            <a:lvl1pPr marL="0" indent="0">
              <a:buNone/>
              <a:defRPr sz="20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8" name="Text Placeholder 52">
            <a:extLst>
              <a:ext uri="{FF2B5EF4-FFF2-40B4-BE49-F238E27FC236}">
                <a16:creationId xmlns:a16="http://schemas.microsoft.com/office/drawing/2014/main" id="{6FAEB77B-C9AE-5EC8-3043-2C6C91015EF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769864" y="780642"/>
            <a:ext cx="5029200" cy="338328"/>
          </a:xfrm>
        </p:spPr>
        <p:txBody>
          <a:bodyPr/>
          <a:lstStyle>
            <a:lvl1pPr marL="0" indent="0">
              <a:buNone/>
              <a:defRPr sz="1600">
                <a:latin typeface="+mn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8" name="Picture Placeholder 46">
            <a:extLst>
              <a:ext uri="{FF2B5EF4-FFF2-40B4-BE49-F238E27FC236}">
                <a16:creationId xmlns:a16="http://schemas.microsoft.com/office/drawing/2014/main" id="{EA6CA3D6-A486-C220-D150-162068803F0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455524" y="1744522"/>
            <a:ext cx="640080" cy="640080"/>
          </a:xfrm>
        </p:spPr>
        <p:txBody>
          <a:bodyPr anchor="ctr"/>
          <a:lstStyle>
            <a:lvl1pPr marL="0" indent="0" algn="ctr">
              <a:buNone/>
              <a:defRPr sz="900"/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54" name="Text Placeholder 52">
            <a:extLst>
              <a:ext uri="{FF2B5EF4-FFF2-40B4-BE49-F238E27FC236}">
                <a16:creationId xmlns:a16="http://schemas.microsoft.com/office/drawing/2014/main" id="{B70CC111-C404-5983-7E1A-758C72DA215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769864" y="1746504"/>
            <a:ext cx="3840480" cy="338328"/>
          </a:xfrm>
        </p:spPr>
        <p:txBody>
          <a:bodyPr/>
          <a:lstStyle>
            <a:lvl1pPr marL="0" indent="0">
              <a:buNone/>
              <a:defRPr sz="20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9" name="Text Placeholder 52">
            <a:extLst>
              <a:ext uri="{FF2B5EF4-FFF2-40B4-BE49-F238E27FC236}">
                <a16:creationId xmlns:a16="http://schemas.microsoft.com/office/drawing/2014/main" id="{0FACAEC0-F5EF-8921-74B5-2C775EC42E6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769864" y="2069946"/>
            <a:ext cx="5029200" cy="338328"/>
          </a:xfrm>
        </p:spPr>
        <p:txBody>
          <a:bodyPr/>
          <a:lstStyle>
            <a:lvl1pPr marL="0" indent="0">
              <a:buNone/>
              <a:defRPr sz="1600">
                <a:latin typeface="+mn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9" name="Picture Placeholder 46">
            <a:extLst>
              <a:ext uri="{FF2B5EF4-FFF2-40B4-BE49-F238E27FC236}">
                <a16:creationId xmlns:a16="http://schemas.microsoft.com/office/drawing/2014/main" id="{D85BED76-EF8A-3369-FA46-11513F2D223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455524" y="3034028"/>
            <a:ext cx="640080" cy="640080"/>
          </a:xfrm>
        </p:spPr>
        <p:txBody>
          <a:bodyPr anchor="ctr"/>
          <a:lstStyle>
            <a:lvl1pPr marL="0" indent="0" algn="ctr">
              <a:buNone/>
              <a:defRPr sz="900"/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55" name="Text Placeholder 52">
            <a:extLst>
              <a:ext uri="{FF2B5EF4-FFF2-40B4-BE49-F238E27FC236}">
                <a16:creationId xmlns:a16="http://schemas.microsoft.com/office/drawing/2014/main" id="{3A752FC9-DE9C-9701-E24E-6F1AC075B16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769864" y="3035808"/>
            <a:ext cx="3840480" cy="338328"/>
          </a:xfrm>
        </p:spPr>
        <p:txBody>
          <a:bodyPr/>
          <a:lstStyle>
            <a:lvl1pPr marL="0" indent="0">
              <a:buNone/>
              <a:defRPr sz="20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0" name="Text Placeholder 52">
            <a:extLst>
              <a:ext uri="{FF2B5EF4-FFF2-40B4-BE49-F238E27FC236}">
                <a16:creationId xmlns:a16="http://schemas.microsoft.com/office/drawing/2014/main" id="{5CA64FAC-BAC1-519A-1252-ED8A726B631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769864" y="3359250"/>
            <a:ext cx="5029200" cy="338328"/>
          </a:xfrm>
        </p:spPr>
        <p:txBody>
          <a:bodyPr/>
          <a:lstStyle>
            <a:lvl1pPr marL="0" indent="0">
              <a:buNone/>
              <a:defRPr sz="1600">
                <a:latin typeface="+mn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0" name="Picture Placeholder 46">
            <a:extLst>
              <a:ext uri="{FF2B5EF4-FFF2-40B4-BE49-F238E27FC236}">
                <a16:creationId xmlns:a16="http://schemas.microsoft.com/office/drawing/2014/main" id="{5FF1804E-BBAF-5060-07A3-705BCCF0D7C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455524" y="4382716"/>
            <a:ext cx="640080" cy="640080"/>
          </a:xfrm>
        </p:spPr>
        <p:txBody>
          <a:bodyPr anchor="ctr"/>
          <a:lstStyle>
            <a:lvl1pPr marL="0" indent="0" algn="ctr">
              <a:buNone/>
              <a:defRPr sz="900"/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56" name="Text Placeholder 52">
            <a:extLst>
              <a:ext uri="{FF2B5EF4-FFF2-40B4-BE49-F238E27FC236}">
                <a16:creationId xmlns:a16="http://schemas.microsoft.com/office/drawing/2014/main" id="{D03AC44E-421F-94EE-DC26-D4F6FB1D544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769864" y="4325112"/>
            <a:ext cx="3840480" cy="338328"/>
          </a:xfrm>
        </p:spPr>
        <p:txBody>
          <a:bodyPr/>
          <a:lstStyle>
            <a:lvl1pPr marL="0" indent="0">
              <a:buNone/>
              <a:defRPr sz="20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1" name="Text Placeholder 52">
            <a:extLst>
              <a:ext uri="{FF2B5EF4-FFF2-40B4-BE49-F238E27FC236}">
                <a16:creationId xmlns:a16="http://schemas.microsoft.com/office/drawing/2014/main" id="{4806989D-2A9A-5590-1EF7-9BF0E1F4C43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769864" y="4648554"/>
            <a:ext cx="5029200" cy="338328"/>
          </a:xfrm>
        </p:spPr>
        <p:txBody>
          <a:bodyPr/>
          <a:lstStyle>
            <a:lvl1pPr marL="0" indent="0">
              <a:buNone/>
              <a:defRPr sz="1600">
                <a:latin typeface="+mn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1" name="Picture Placeholder 46">
            <a:extLst>
              <a:ext uri="{FF2B5EF4-FFF2-40B4-BE49-F238E27FC236}">
                <a16:creationId xmlns:a16="http://schemas.microsoft.com/office/drawing/2014/main" id="{C28AAD1A-4269-0A5C-7418-7DFC69060C9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455524" y="5675320"/>
            <a:ext cx="640080" cy="640080"/>
          </a:xfrm>
        </p:spPr>
        <p:txBody>
          <a:bodyPr anchor="ctr"/>
          <a:lstStyle>
            <a:lvl1pPr marL="0" indent="0" algn="ctr">
              <a:buNone/>
              <a:defRPr sz="900"/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57" name="Text Placeholder 52">
            <a:extLst>
              <a:ext uri="{FF2B5EF4-FFF2-40B4-BE49-F238E27FC236}">
                <a16:creationId xmlns:a16="http://schemas.microsoft.com/office/drawing/2014/main" id="{650C0EB3-5783-DC1F-09A3-02DFAA31642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769864" y="5614416"/>
            <a:ext cx="3840480" cy="338328"/>
          </a:xfrm>
        </p:spPr>
        <p:txBody>
          <a:bodyPr/>
          <a:lstStyle>
            <a:lvl1pPr marL="0" indent="0">
              <a:buNone/>
              <a:defRPr sz="20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2" name="Text Placeholder 52">
            <a:extLst>
              <a:ext uri="{FF2B5EF4-FFF2-40B4-BE49-F238E27FC236}">
                <a16:creationId xmlns:a16="http://schemas.microsoft.com/office/drawing/2014/main" id="{94850C9F-BD14-9481-E7F6-526639251EB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9864" y="5937858"/>
            <a:ext cx="5029200" cy="338328"/>
          </a:xfrm>
        </p:spPr>
        <p:txBody>
          <a:bodyPr/>
          <a:lstStyle>
            <a:lvl1pPr marL="0" indent="0">
              <a:buNone/>
              <a:defRPr sz="1600">
                <a:latin typeface="+mn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74941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melin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251;p56">
            <a:extLst>
              <a:ext uri="{FF2B5EF4-FFF2-40B4-BE49-F238E27FC236}">
                <a16:creationId xmlns:a16="http://schemas.microsoft.com/office/drawing/2014/main" id="{5240ABBF-9F6E-51C2-3600-798F3A8C4868}"/>
              </a:ext>
            </a:extLst>
          </p:cNvPr>
          <p:cNvSpPr/>
          <p:nvPr userDrawn="1"/>
        </p:nvSpPr>
        <p:spPr>
          <a:xfrm>
            <a:off x="547230" y="1944086"/>
            <a:ext cx="2529083" cy="2529083"/>
          </a:xfrm>
          <a:prstGeom prst="ellipse">
            <a:avLst/>
          </a:prstGeom>
          <a:solidFill>
            <a:schemeClr val="accent2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0" name="Google Shape;1251;p56">
            <a:extLst>
              <a:ext uri="{FF2B5EF4-FFF2-40B4-BE49-F238E27FC236}">
                <a16:creationId xmlns:a16="http://schemas.microsoft.com/office/drawing/2014/main" id="{724FD7F3-2232-7463-6613-3EF2344BD063}"/>
              </a:ext>
            </a:extLst>
          </p:cNvPr>
          <p:cNvSpPr/>
          <p:nvPr userDrawn="1"/>
        </p:nvSpPr>
        <p:spPr>
          <a:xfrm>
            <a:off x="4922989" y="1946963"/>
            <a:ext cx="2529083" cy="2529083"/>
          </a:xfrm>
          <a:prstGeom prst="ellipse">
            <a:avLst/>
          </a:prstGeom>
          <a:solidFill>
            <a:schemeClr val="accent2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2" name="Google Shape;1251;p56">
            <a:extLst>
              <a:ext uri="{FF2B5EF4-FFF2-40B4-BE49-F238E27FC236}">
                <a16:creationId xmlns:a16="http://schemas.microsoft.com/office/drawing/2014/main" id="{234E24BE-6EC9-C62B-1B5F-EBE5C279EF38}"/>
              </a:ext>
            </a:extLst>
          </p:cNvPr>
          <p:cNvSpPr/>
          <p:nvPr userDrawn="1"/>
        </p:nvSpPr>
        <p:spPr>
          <a:xfrm>
            <a:off x="9225456" y="1924776"/>
            <a:ext cx="2529083" cy="2529083"/>
          </a:xfrm>
          <a:prstGeom prst="ellipse">
            <a:avLst/>
          </a:prstGeom>
          <a:solidFill>
            <a:schemeClr val="accent2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4" name="Google Shape;1251;p56">
            <a:extLst>
              <a:ext uri="{FF2B5EF4-FFF2-40B4-BE49-F238E27FC236}">
                <a16:creationId xmlns:a16="http://schemas.microsoft.com/office/drawing/2014/main" id="{F4987345-5BC3-6B09-35D1-118625B93B26}"/>
              </a:ext>
            </a:extLst>
          </p:cNvPr>
          <p:cNvSpPr/>
          <p:nvPr userDrawn="1"/>
        </p:nvSpPr>
        <p:spPr>
          <a:xfrm>
            <a:off x="2798649" y="3902220"/>
            <a:ext cx="2529083" cy="2529083"/>
          </a:xfrm>
          <a:prstGeom prst="ellipse">
            <a:avLst/>
          </a:prstGeom>
          <a:solidFill>
            <a:schemeClr val="accent2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6" name="Google Shape;1251;p56">
            <a:extLst>
              <a:ext uri="{FF2B5EF4-FFF2-40B4-BE49-F238E27FC236}">
                <a16:creationId xmlns:a16="http://schemas.microsoft.com/office/drawing/2014/main" id="{D24F97D8-E25C-583D-72FF-A9AD2A77A71F}"/>
              </a:ext>
            </a:extLst>
          </p:cNvPr>
          <p:cNvSpPr/>
          <p:nvPr userDrawn="1"/>
        </p:nvSpPr>
        <p:spPr>
          <a:xfrm>
            <a:off x="7156227" y="3880033"/>
            <a:ext cx="2529083" cy="2529083"/>
          </a:xfrm>
          <a:prstGeom prst="ellipse">
            <a:avLst/>
          </a:prstGeom>
          <a:solidFill>
            <a:schemeClr val="accent2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01426A-0740-2EB9-FC34-9C0434593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C96B6B23-01AB-14E3-6F7D-14E56C8F7F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8788" y="1836534"/>
            <a:ext cx="2528887" cy="2528887"/>
          </a:xfrm>
          <a:prstGeom prst="ellipse">
            <a:avLst/>
          </a:prstGeom>
          <a:solidFill>
            <a:schemeClr val="accent5"/>
          </a:solidFill>
          <a:ln w="25400">
            <a:solidFill>
              <a:schemeClr val="tx2"/>
            </a:solidFill>
          </a:ln>
        </p:spPr>
        <p:txBody>
          <a:bodyPr tIns="27432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>
                <a:latin typeface="+mj-lt"/>
              </a:defRPr>
            </a:lvl1pPr>
            <a:lvl2pPr marL="0" indent="0" algn="ctr">
              <a:lnSpc>
                <a:spcPct val="100000"/>
              </a:lnSpc>
              <a:spcBef>
                <a:spcPts val="600"/>
              </a:spcBef>
              <a:buNone/>
              <a:defRPr sz="1600"/>
            </a:lvl2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0" name="Text Placeholder 35">
            <a:extLst>
              <a:ext uri="{FF2B5EF4-FFF2-40B4-BE49-F238E27FC236}">
                <a16:creationId xmlns:a16="http://schemas.microsoft.com/office/drawing/2014/main" id="{B5D9C006-6816-1398-2752-53296B2275E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44975" y="1836534"/>
            <a:ext cx="2528887" cy="2528887"/>
          </a:xfrm>
          <a:prstGeom prst="ellipse">
            <a:avLst/>
          </a:prstGeom>
          <a:solidFill>
            <a:schemeClr val="accent5"/>
          </a:solidFill>
          <a:ln w="25400">
            <a:solidFill>
              <a:schemeClr val="tx2"/>
            </a:solidFill>
          </a:ln>
        </p:spPr>
        <p:txBody>
          <a:bodyPr tIns="27432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>
                <a:latin typeface="+mj-lt"/>
              </a:defRPr>
            </a:lvl1pPr>
            <a:lvl2pPr marL="0" indent="0" algn="ctr">
              <a:lnSpc>
                <a:spcPct val="100000"/>
              </a:lnSpc>
              <a:spcBef>
                <a:spcPts val="600"/>
              </a:spcBef>
              <a:buNone/>
              <a:defRPr sz="1600"/>
            </a:lvl2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3" name="Text Placeholder 35">
            <a:extLst>
              <a:ext uri="{FF2B5EF4-FFF2-40B4-BE49-F238E27FC236}">
                <a16:creationId xmlns:a16="http://schemas.microsoft.com/office/drawing/2014/main" id="{5C67F012-5EC1-3C44-2545-C90EFB6C7A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137214" y="1836534"/>
            <a:ext cx="2528887" cy="2528887"/>
          </a:xfrm>
          <a:prstGeom prst="ellipse">
            <a:avLst/>
          </a:prstGeom>
          <a:solidFill>
            <a:schemeClr val="accent5"/>
          </a:solidFill>
          <a:ln w="25400">
            <a:solidFill>
              <a:schemeClr val="tx2"/>
            </a:solidFill>
          </a:ln>
        </p:spPr>
        <p:txBody>
          <a:bodyPr tIns="27432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>
                <a:latin typeface="+mj-lt"/>
              </a:defRPr>
            </a:lvl1pPr>
            <a:lvl2pPr marL="0" indent="0" algn="ctr">
              <a:lnSpc>
                <a:spcPct val="100000"/>
              </a:lnSpc>
              <a:spcBef>
                <a:spcPts val="600"/>
              </a:spcBef>
              <a:buNone/>
              <a:defRPr sz="1600"/>
            </a:lvl2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39" name="Text Placeholder 35">
            <a:extLst>
              <a:ext uri="{FF2B5EF4-FFF2-40B4-BE49-F238E27FC236}">
                <a16:creationId xmlns:a16="http://schemas.microsoft.com/office/drawing/2014/main" id="{84C1F7B9-544F-1D65-F30E-22B977B0EA4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710407" y="3813978"/>
            <a:ext cx="2528887" cy="2528887"/>
          </a:xfrm>
          <a:prstGeom prst="ellipse">
            <a:avLst/>
          </a:prstGeom>
          <a:solidFill>
            <a:schemeClr val="accent5"/>
          </a:solidFill>
          <a:ln w="25400">
            <a:solidFill>
              <a:schemeClr val="tx2"/>
            </a:solidFill>
          </a:ln>
        </p:spPr>
        <p:txBody>
          <a:bodyPr tIns="27432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>
                <a:latin typeface="+mj-lt"/>
              </a:defRPr>
            </a:lvl1pPr>
            <a:lvl2pPr marL="0" indent="0" algn="ctr">
              <a:lnSpc>
                <a:spcPct val="100000"/>
              </a:lnSpc>
              <a:spcBef>
                <a:spcPts val="600"/>
              </a:spcBef>
              <a:buNone/>
              <a:defRPr sz="1600"/>
            </a:lvl2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1" name="Text Placeholder 35">
            <a:extLst>
              <a:ext uri="{FF2B5EF4-FFF2-40B4-BE49-F238E27FC236}">
                <a16:creationId xmlns:a16="http://schemas.microsoft.com/office/drawing/2014/main" id="{F0785379-F700-62B9-BF17-703A87E29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67985" y="3813978"/>
            <a:ext cx="2528887" cy="2528887"/>
          </a:xfrm>
          <a:prstGeom prst="ellipse">
            <a:avLst/>
          </a:prstGeom>
          <a:solidFill>
            <a:schemeClr val="accent5"/>
          </a:solidFill>
          <a:ln w="25400">
            <a:solidFill>
              <a:schemeClr val="tx2"/>
            </a:solidFill>
          </a:ln>
        </p:spPr>
        <p:txBody>
          <a:bodyPr tIns="27432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>
                <a:latin typeface="+mj-lt"/>
              </a:defRPr>
            </a:lvl1pPr>
            <a:lvl2pPr marL="0" indent="0" algn="ctr">
              <a:lnSpc>
                <a:spcPct val="100000"/>
              </a:lnSpc>
              <a:spcBef>
                <a:spcPts val="600"/>
              </a:spcBef>
              <a:buNone/>
              <a:defRPr sz="1600"/>
            </a:lvl2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266006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634;p42">
            <a:extLst>
              <a:ext uri="{FF2B5EF4-FFF2-40B4-BE49-F238E27FC236}">
                <a16:creationId xmlns:a16="http://schemas.microsoft.com/office/drawing/2014/main" id="{8B24251C-09A2-7EC7-D81E-7B4EC1A6C8FB}"/>
              </a:ext>
            </a:extLst>
          </p:cNvPr>
          <p:cNvSpPr/>
          <p:nvPr userDrawn="1"/>
        </p:nvSpPr>
        <p:spPr>
          <a:xfrm>
            <a:off x="1043969" y="2096168"/>
            <a:ext cx="10271731" cy="1505316"/>
          </a:xfrm>
          <a:prstGeom prst="rect">
            <a:avLst/>
          </a:prstGeom>
          <a:solidFill>
            <a:schemeClr val="accent3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3" name="Google Shape;634;p42">
            <a:extLst>
              <a:ext uri="{FF2B5EF4-FFF2-40B4-BE49-F238E27FC236}">
                <a16:creationId xmlns:a16="http://schemas.microsoft.com/office/drawing/2014/main" id="{7095FC12-1305-9C50-D9A9-1BA4392374E6}"/>
              </a:ext>
            </a:extLst>
          </p:cNvPr>
          <p:cNvSpPr/>
          <p:nvPr userDrawn="1"/>
        </p:nvSpPr>
        <p:spPr>
          <a:xfrm>
            <a:off x="1043969" y="4160972"/>
            <a:ext cx="10271731" cy="1505316"/>
          </a:xfrm>
          <a:prstGeom prst="rect">
            <a:avLst/>
          </a:prstGeom>
          <a:solidFill>
            <a:schemeClr val="accent3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3" name="Title 22">
            <a:extLst>
              <a:ext uri="{FF2B5EF4-FFF2-40B4-BE49-F238E27FC236}">
                <a16:creationId xmlns:a16="http://schemas.microsoft.com/office/drawing/2014/main" id="{AA325A5B-8E43-DA35-85DE-66DB81C5F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BCA26A7E-435E-AFBA-FECA-047481A83C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92795" y="1920319"/>
            <a:ext cx="10268712" cy="1505315"/>
          </a:xfrm>
          <a:solidFill>
            <a:schemeClr val="accent5"/>
          </a:solidFill>
          <a:ln w="25400">
            <a:solidFill>
              <a:schemeClr val="dk1"/>
            </a:solidFill>
          </a:ln>
        </p:spPr>
        <p:txBody>
          <a:bodyPr lIns="896112" rIns="6492240" anchor="ctr"/>
          <a:lstStyle>
            <a:lvl1pPr marL="0" indent="0">
              <a:lnSpc>
                <a:spcPct val="120000"/>
              </a:lnSpc>
              <a:spcBef>
                <a:spcPts val="0"/>
              </a:spcBef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82CD3C-84E1-013B-FEDD-5B4008CD2B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5152" y="2007884"/>
            <a:ext cx="6408671" cy="1330189"/>
          </a:xfrm>
        </p:spPr>
        <p:txBody>
          <a:bodyPr anchor="ctr"/>
          <a:lstStyle>
            <a:lvl1pPr marL="0" indent="-137160">
              <a:lnSpc>
                <a:spcPct val="100000"/>
              </a:lnSpc>
              <a:spcBef>
                <a:spcPts val="0"/>
              </a:spcBef>
              <a:buSzPct val="50000"/>
              <a:defRPr sz="1600"/>
            </a:lvl1pPr>
            <a:lvl2pPr marL="274320" indent="-137160">
              <a:lnSpc>
                <a:spcPct val="100000"/>
              </a:lnSpc>
              <a:spcBef>
                <a:spcPts val="0"/>
              </a:spcBef>
              <a:buSzPct val="50000"/>
              <a:defRPr sz="1400"/>
            </a:lvl2pPr>
            <a:lvl3pPr marL="411480" indent="-137160">
              <a:lnSpc>
                <a:spcPct val="100000"/>
              </a:lnSpc>
              <a:spcBef>
                <a:spcPts val="0"/>
              </a:spcBef>
              <a:buSzPct val="50000"/>
              <a:defRPr sz="1200"/>
            </a:lvl3pPr>
            <a:lvl4pPr marL="548640" indent="-137160">
              <a:lnSpc>
                <a:spcPct val="100000"/>
              </a:lnSpc>
              <a:spcBef>
                <a:spcPts val="0"/>
              </a:spcBef>
              <a:buSzPct val="50000"/>
              <a:defRPr sz="1100"/>
            </a:lvl4pPr>
            <a:lvl5pPr indent="-137160">
              <a:buSzPct val="50000"/>
              <a:defRPr sz="11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2E5F6B0-4BF8-B61C-19DC-44EADF2C6A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92795" y="4005858"/>
            <a:ext cx="10268712" cy="1505315"/>
          </a:xfrm>
          <a:solidFill>
            <a:schemeClr val="accent5"/>
          </a:solidFill>
          <a:ln w="25400">
            <a:solidFill>
              <a:schemeClr val="dk1"/>
            </a:solidFill>
          </a:ln>
        </p:spPr>
        <p:txBody>
          <a:bodyPr lIns="896112" rIns="6492240" anchor="ctr"/>
          <a:lstStyle>
            <a:lvl1pPr marL="0" indent="0">
              <a:lnSpc>
                <a:spcPct val="120000"/>
              </a:lnSpc>
              <a:spcBef>
                <a:spcPts val="0"/>
              </a:spcBef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10FDC74-97A7-7CF9-8479-7DF70FE009C4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645152" y="4093420"/>
            <a:ext cx="6408671" cy="1330189"/>
          </a:xfrm>
        </p:spPr>
        <p:txBody>
          <a:bodyPr anchor="ctr"/>
          <a:lstStyle>
            <a:lvl1pPr marL="0" indent="-137160">
              <a:lnSpc>
                <a:spcPct val="100000"/>
              </a:lnSpc>
              <a:spcBef>
                <a:spcPts val="0"/>
              </a:spcBef>
              <a:buSzPct val="50000"/>
              <a:defRPr sz="1600"/>
            </a:lvl1pPr>
            <a:lvl2pPr marL="274320" indent="-137160">
              <a:lnSpc>
                <a:spcPct val="100000"/>
              </a:lnSpc>
              <a:spcBef>
                <a:spcPts val="0"/>
              </a:spcBef>
              <a:buSzPct val="50000"/>
              <a:defRPr sz="1400"/>
            </a:lvl2pPr>
            <a:lvl3pPr marL="411480" indent="-137160">
              <a:lnSpc>
                <a:spcPct val="100000"/>
              </a:lnSpc>
              <a:spcBef>
                <a:spcPts val="0"/>
              </a:spcBef>
              <a:buSzPct val="50000"/>
              <a:defRPr sz="1200"/>
            </a:lvl3pPr>
            <a:lvl4pPr marL="548640" indent="-137160">
              <a:lnSpc>
                <a:spcPct val="100000"/>
              </a:lnSpc>
              <a:spcBef>
                <a:spcPts val="0"/>
              </a:spcBef>
              <a:buSzPct val="50000"/>
              <a:defRPr sz="1100"/>
            </a:lvl4pPr>
            <a:lvl5pPr indent="-137160">
              <a:buSzPct val="50000"/>
              <a:defRPr sz="11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A9E27A-A5B9-7554-B03C-977DD0697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B2D671-9FA9-57ED-C5BB-EF64BEB13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Presentation title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F944D9-3F95-D788-A7A5-9C541DBDE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20XX</a:t>
            </a:r>
          </a:p>
        </p:txBody>
      </p:sp>
    </p:spTree>
    <p:extLst>
      <p:ext uri="{BB962C8B-B14F-4D97-AF65-F5344CB8AC3E}">
        <p14:creationId xmlns:p14="http://schemas.microsoft.com/office/powerpoint/2010/main" val="42780576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CB1F4-E4E2-E27F-87D0-6DFE66375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7" name="Google Shape;1148;p53">
            <a:extLst>
              <a:ext uri="{FF2B5EF4-FFF2-40B4-BE49-F238E27FC236}">
                <a16:creationId xmlns:a16="http://schemas.microsoft.com/office/drawing/2014/main" id="{D76333E0-FAE0-3B63-28EE-BA834131593C}"/>
              </a:ext>
            </a:extLst>
          </p:cNvPr>
          <p:cNvSpPr/>
          <p:nvPr userDrawn="1"/>
        </p:nvSpPr>
        <p:spPr>
          <a:xfrm>
            <a:off x="6481182" y="2106081"/>
            <a:ext cx="5056632" cy="3987012"/>
          </a:xfrm>
          <a:prstGeom prst="rect">
            <a:avLst/>
          </a:prstGeom>
          <a:solidFill>
            <a:schemeClr val="accent2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1" name="Google Shape;1148;p53">
            <a:extLst>
              <a:ext uri="{FF2B5EF4-FFF2-40B4-BE49-F238E27FC236}">
                <a16:creationId xmlns:a16="http://schemas.microsoft.com/office/drawing/2014/main" id="{B21F23CA-8996-2ED3-865E-9CBB7B3DEF01}"/>
              </a:ext>
            </a:extLst>
          </p:cNvPr>
          <p:cNvSpPr/>
          <p:nvPr userDrawn="1"/>
        </p:nvSpPr>
        <p:spPr>
          <a:xfrm>
            <a:off x="808072" y="2106081"/>
            <a:ext cx="5054248" cy="3987012"/>
          </a:xfrm>
          <a:prstGeom prst="rect">
            <a:avLst/>
          </a:prstGeom>
          <a:solidFill>
            <a:schemeClr val="accent2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8" name="Text Placeholder 24">
            <a:extLst>
              <a:ext uri="{FF2B5EF4-FFF2-40B4-BE49-F238E27FC236}">
                <a16:creationId xmlns:a16="http://schemas.microsoft.com/office/drawing/2014/main" id="{BF16B1C6-54F0-43B5-701B-5ACB9DB37B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5800" y="1956816"/>
            <a:ext cx="5048882" cy="3986784"/>
          </a:xfrm>
          <a:solidFill>
            <a:schemeClr val="accent5"/>
          </a:solidFill>
          <a:ln w="25400">
            <a:solidFill>
              <a:schemeClr val="dk1"/>
            </a:solidFill>
          </a:ln>
        </p:spPr>
        <p:txBody>
          <a:bodyPr lIns="320040" tIns="502920"/>
          <a:lstStyle>
            <a:lvl1pPr marL="0" indent="0" algn="l">
              <a:buFont typeface="Arial" panose="020B0604020202020204" pitchFamily="34" charset="0"/>
              <a:buNone/>
              <a:defRPr sz="20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A122E7-1CF8-0AB9-3407-6E725320DC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2688" y="2944368"/>
            <a:ext cx="4604512" cy="2785100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SzPct val="50000"/>
              <a:buNone/>
              <a:defRPr sz="1600"/>
            </a:lvl1pPr>
            <a:lvl2pPr marL="274320" indent="-137160">
              <a:lnSpc>
                <a:spcPct val="100000"/>
              </a:lnSpc>
              <a:spcBef>
                <a:spcPts val="0"/>
              </a:spcBef>
              <a:buSzPct val="50000"/>
              <a:defRPr sz="1400"/>
            </a:lvl2pPr>
            <a:lvl3pPr marL="411480" indent="-137160">
              <a:lnSpc>
                <a:spcPct val="100000"/>
              </a:lnSpc>
              <a:spcBef>
                <a:spcPts val="0"/>
              </a:spcBef>
              <a:buSzPct val="50000"/>
              <a:defRPr sz="1200"/>
            </a:lvl3pPr>
            <a:lvl4pPr marL="548640" indent="-137160">
              <a:lnSpc>
                <a:spcPct val="100000"/>
              </a:lnSpc>
              <a:spcBef>
                <a:spcPts val="0"/>
              </a:spcBef>
              <a:buSzPct val="50000"/>
              <a:defRPr sz="1100"/>
            </a:lvl4pPr>
            <a:lvl5pPr indent="-137160">
              <a:buSzPct val="50000"/>
              <a:defRPr sz="11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</p:txBody>
      </p:sp>
      <p:sp>
        <p:nvSpPr>
          <p:cNvPr id="20" name="Text Placeholder 24">
            <a:extLst>
              <a:ext uri="{FF2B5EF4-FFF2-40B4-BE49-F238E27FC236}">
                <a16:creationId xmlns:a16="http://schemas.microsoft.com/office/drawing/2014/main" id="{F5C0C473-4EA8-206C-EDC5-DAF92DC87E7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358128" y="1956816"/>
            <a:ext cx="5047488" cy="3986784"/>
          </a:xfrm>
          <a:solidFill>
            <a:schemeClr val="accent5"/>
          </a:solidFill>
          <a:ln w="25400">
            <a:solidFill>
              <a:schemeClr val="dk1"/>
            </a:solidFill>
          </a:ln>
        </p:spPr>
        <p:txBody>
          <a:bodyPr lIns="320040" tIns="502920"/>
          <a:lstStyle>
            <a:lvl1pPr marL="0" indent="0" algn="l">
              <a:buFont typeface="Arial" panose="020B0604020202020204" pitchFamily="34" charset="0"/>
              <a:buNone/>
              <a:defRPr sz="20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E3B2BF64-243E-E09B-24DD-86574712A72C}"/>
              </a:ext>
            </a:extLst>
          </p:cNvPr>
          <p:cNvSpPr>
            <a:spLocks noGrp="1"/>
          </p:cNvSpPr>
          <p:nvPr>
            <p:ph sz="half" idx="20"/>
          </p:nvPr>
        </p:nvSpPr>
        <p:spPr>
          <a:xfrm>
            <a:off x="6600154" y="2944368"/>
            <a:ext cx="4608576" cy="2785100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SzPct val="50000"/>
              <a:buNone/>
              <a:defRPr sz="1600"/>
            </a:lvl1pPr>
            <a:lvl2pPr marL="274320" indent="-137160">
              <a:lnSpc>
                <a:spcPct val="100000"/>
              </a:lnSpc>
              <a:spcBef>
                <a:spcPts val="0"/>
              </a:spcBef>
              <a:buSzPct val="50000"/>
              <a:defRPr sz="1400"/>
            </a:lvl2pPr>
            <a:lvl3pPr marL="411480" indent="-137160">
              <a:lnSpc>
                <a:spcPct val="100000"/>
              </a:lnSpc>
              <a:spcBef>
                <a:spcPts val="0"/>
              </a:spcBef>
              <a:buSzPct val="50000"/>
              <a:defRPr sz="1200"/>
            </a:lvl3pPr>
            <a:lvl4pPr marL="548640" indent="-137160">
              <a:lnSpc>
                <a:spcPct val="100000"/>
              </a:lnSpc>
              <a:spcBef>
                <a:spcPts val="0"/>
              </a:spcBef>
              <a:buSzPct val="50000"/>
              <a:defRPr sz="1100"/>
            </a:lvl4pPr>
            <a:lvl5pPr indent="-137160">
              <a:buSzPct val="50000"/>
              <a:defRPr sz="11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18DB23-E349-DF43-8126-A1F21B8C3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774F0D-57B5-C6EE-016C-501DC8D7E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F0D283-938B-8E26-1C43-DC3AD6509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20XX</a:t>
            </a:r>
          </a:p>
        </p:txBody>
      </p:sp>
    </p:spTree>
    <p:extLst>
      <p:ext uri="{BB962C8B-B14F-4D97-AF65-F5344CB8AC3E}">
        <p14:creationId xmlns:p14="http://schemas.microsoft.com/office/powerpoint/2010/main" val="41890907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CB1F4-E4E2-E27F-87D0-6DFE66375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7" name="Google Shape;1148;p53">
            <a:extLst>
              <a:ext uri="{FF2B5EF4-FFF2-40B4-BE49-F238E27FC236}">
                <a16:creationId xmlns:a16="http://schemas.microsoft.com/office/drawing/2014/main" id="{D76333E0-FAE0-3B63-28EE-BA834131593C}"/>
              </a:ext>
            </a:extLst>
          </p:cNvPr>
          <p:cNvSpPr/>
          <p:nvPr userDrawn="1"/>
        </p:nvSpPr>
        <p:spPr>
          <a:xfrm>
            <a:off x="8370942" y="2106081"/>
            <a:ext cx="3249570" cy="3987012"/>
          </a:xfrm>
          <a:prstGeom prst="rect">
            <a:avLst/>
          </a:prstGeom>
          <a:solidFill>
            <a:schemeClr val="accent2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9" name="Google Shape;1148;p53">
            <a:extLst>
              <a:ext uri="{FF2B5EF4-FFF2-40B4-BE49-F238E27FC236}">
                <a16:creationId xmlns:a16="http://schemas.microsoft.com/office/drawing/2014/main" id="{1BF10461-2A6D-BD12-B1D7-5A73DDD367A8}"/>
              </a:ext>
            </a:extLst>
          </p:cNvPr>
          <p:cNvSpPr/>
          <p:nvPr userDrawn="1"/>
        </p:nvSpPr>
        <p:spPr>
          <a:xfrm>
            <a:off x="4599233" y="2106081"/>
            <a:ext cx="3249570" cy="3987012"/>
          </a:xfrm>
          <a:prstGeom prst="rect">
            <a:avLst/>
          </a:prstGeom>
          <a:solidFill>
            <a:schemeClr val="accent2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1" name="Google Shape;1148;p53">
            <a:extLst>
              <a:ext uri="{FF2B5EF4-FFF2-40B4-BE49-F238E27FC236}">
                <a16:creationId xmlns:a16="http://schemas.microsoft.com/office/drawing/2014/main" id="{B21F23CA-8996-2ED3-865E-9CBB7B3DEF01}"/>
              </a:ext>
            </a:extLst>
          </p:cNvPr>
          <p:cNvSpPr/>
          <p:nvPr userDrawn="1"/>
        </p:nvSpPr>
        <p:spPr>
          <a:xfrm>
            <a:off x="808072" y="2106081"/>
            <a:ext cx="3249570" cy="3987012"/>
          </a:xfrm>
          <a:prstGeom prst="rect">
            <a:avLst/>
          </a:prstGeom>
          <a:solidFill>
            <a:schemeClr val="accent2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8" name="Text Placeholder 24">
            <a:extLst>
              <a:ext uri="{FF2B5EF4-FFF2-40B4-BE49-F238E27FC236}">
                <a16:creationId xmlns:a16="http://schemas.microsoft.com/office/drawing/2014/main" id="{BF16B1C6-54F0-43B5-701B-5ACB9DB37B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5800" y="1956816"/>
            <a:ext cx="3246120" cy="3986784"/>
          </a:xfrm>
          <a:solidFill>
            <a:schemeClr val="accent5"/>
          </a:solidFill>
          <a:ln w="25400">
            <a:solidFill>
              <a:schemeClr val="dk1"/>
            </a:solidFill>
          </a:ln>
        </p:spPr>
        <p:txBody>
          <a:bodyPr lIns="320040" tIns="502920"/>
          <a:lstStyle>
            <a:lvl1pPr marL="0" indent="0" algn="l">
              <a:buFont typeface="Arial" panose="020B0604020202020204" pitchFamily="34" charset="0"/>
              <a:buNone/>
              <a:defRPr sz="20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A122E7-1CF8-0AB9-3407-6E725320DC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2688" y="2944368"/>
            <a:ext cx="2743200" cy="2785100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SzPct val="50000"/>
              <a:buNone/>
              <a:defRPr sz="1600"/>
            </a:lvl1pPr>
            <a:lvl2pPr marL="274320" indent="-137160">
              <a:lnSpc>
                <a:spcPct val="100000"/>
              </a:lnSpc>
              <a:spcBef>
                <a:spcPts val="0"/>
              </a:spcBef>
              <a:buSzPct val="50000"/>
              <a:defRPr sz="1400"/>
            </a:lvl2pPr>
            <a:lvl3pPr marL="411480" indent="-137160">
              <a:lnSpc>
                <a:spcPct val="100000"/>
              </a:lnSpc>
              <a:spcBef>
                <a:spcPts val="0"/>
              </a:spcBef>
              <a:buSzPct val="50000"/>
              <a:defRPr sz="1200"/>
            </a:lvl3pPr>
            <a:lvl4pPr marL="548640" indent="-137160">
              <a:lnSpc>
                <a:spcPct val="100000"/>
              </a:lnSpc>
              <a:spcBef>
                <a:spcPts val="0"/>
              </a:spcBef>
              <a:buSzPct val="50000"/>
              <a:defRPr sz="1100"/>
            </a:lvl4pPr>
            <a:lvl5pPr indent="-137160">
              <a:buSzPct val="50000"/>
              <a:defRPr sz="11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</p:txBody>
      </p:sp>
      <p:sp>
        <p:nvSpPr>
          <p:cNvPr id="19" name="Text Placeholder 24">
            <a:extLst>
              <a:ext uri="{FF2B5EF4-FFF2-40B4-BE49-F238E27FC236}">
                <a16:creationId xmlns:a16="http://schemas.microsoft.com/office/drawing/2014/main" id="{9B6C5E12-67C8-B5AA-FC61-A40F6C388F8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480560" y="1956816"/>
            <a:ext cx="3246120" cy="3986784"/>
          </a:xfrm>
          <a:solidFill>
            <a:schemeClr val="accent5"/>
          </a:solidFill>
          <a:ln w="25400">
            <a:solidFill>
              <a:schemeClr val="dk1"/>
            </a:solidFill>
          </a:ln>
        </p:spPr>
        <p:txBody>
          <a:bodyPr lIns="320040" tIns="502920"/>
          <a:lstStyle>
            <a:lvl1pPr marL="0" indent="0" algn="l">
              <a:buFont typeface="Arial" panose="020B0604020202020204" pitchFamily="34" charset="0"/>
              <a:buNone/>
              <a:defRPr sz="20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92BD99C3-C1A1-E89B-FB77-6221D2FBE9A6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715873" y="2944368"/>
            <a:ext cx="2743200" cy="2785100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SzPct val="50000"/>
              <a:buNone/>
              <a:defRPr sz="1600"/>
            </a:lvl1pPr>
            <a:lvl2pPr marL="274320" indent="-137160">
              <a:lnSpc>
                <a:spcPct val="100000"/>
              </a:lnSpc>
              <a:spcBef>
                <a:spcPts val="0"/>
              </a:spcBef>
              <a:buSzPct val="50000"/>
              <a:defRPr sz="1400"/>
            </a:lvl2pPr>
            <a:lvl3pPr marL="411480" indent="-137160">
              <a:lnSpc>
                <a:spcPct val="100000"/>
              </a:lnSpc>
              <a:spcBef>
                <a:spcPts val="0"/>
              </a:spcBef>
              <a:buSzPct val="50000"/>
              <a:defRPr sz="1200"/>
            </a:lvl3pPr>
            <a:lvl4pPr marL="548640" indent="-137160">
              <a:lnSpc>
                <a:spcPct val="100000"/>
              </a:lnSpc>
              <a:spcBef>
                <a:spcPts val="0"/>
              </a:spcBef>
              <a:buSzPct val="50000"/>
              <a:defRPr sz="1100"/>
            </a:lvl4pPr>
            <a:lvl5pPr indent="-137160">
              <a:buSzPct val="50000"/>
              <a:defRPr sz="11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</p:txBody>
      </p:sp>
      <p:sp>
        <p:nvSpPr>
          <p:cNvPr id="20" name="Text Placeholder 24">
            <a:extLst>
              <a:ext uri="{FF2B5EF4-FFF2-40B4-BE49-F238E27FC236}">
                <a16:creationId xmlns:a16="http://schemas.microsoft.com/office/drawing/2014/main" id="{F5C0C473-4EA8-206C-EDC5-DAF92DC87E7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247888" y="1956816"/>
            <a:ext cx="3246120" cy="3986784"/>
          </a:xfrm>
          <a:solidFill>
            <a:schemeClr val="accent5"/>
          </a:solidFill>
          <a:ln w="25400">
            <a:solidFill>
              <a:schemeClr val="dk1"/>
            </a:solidFill>
          </a:ln>
        </p:spPr>
        <p:txBody>
          <a:bodyPr lIns="320040" tIns="502920"/>
          <a:lstStyle>
            <a:lvl1pPr marL="0" indent="0" algn="l">
              <a:buFont typeface="Arial" panose="020B0604020202020204" pitchFamily="34" charset="0"/>
              <a:buNone/>
              <a:defRPr sz="2000"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E3B2BF64-243E-E09B-24DD-86574712A72C}"/>
              </a:ext>
            </a:extLst>
          </p:cNvPr>
          <p:cNvSpPr>
            <a:spLocks noGrp="1"/>
          </p:cNvSpPr>
          <p:nvPr>
            <p:ph sz="half" idx="20"/>
          </p:nvPr>
        </p:nvSpPr>
        <p:spPr>
          <a:xfrm>
            <a:off x="8489914" y="2944368"/>
            <a:ext cx="2743200" cy="2785100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SzPct val="50000"/>
              <a:buNone/>
              <a:defRPr sz="1600"/>
            </a:lvl1pPr>
            <a:lvl2pPr marL="274320" indent="-137160">
              <a:lnSpc>
                <a:spcPct val="100000"/>
              </a:lnSpc>
              <a:spcBef>
                <a:spcPts val="0"/>
              </a:spcBef>
              <a:buSzPct val="50000"/>
              <a:defRPr sz="1400"/>
            </a:lvl2pPr>
            <a:lvl3pPr marL="411480" indent="-137160">
              <a:lnSpc>
                <a:spcPct val="100000"/>
              </a:lnSpc>
              <a:spcBef>
                <a:spcPts val="0"/>
              </a:spcBef>
              <a:buSzPct val="50000"/>
              <a:defRPr sz="1200"/>
            </a:lvl3pPr>
            <a:lvl4pPr marL="548640" indent="-137160">
              <a:lnSpc>
                <a:spcPct val="100000"/>
              </a:lnSpc>
              <a:spcBef>
                <a:spcPts val="0"/>
              </a:spcBef>
              <a:buSzPct val="50000"/>
              <a:defRPr sz="1100"/>
            </a:lvl4pPr>
            <a:lvl5pPr indent="-137160">
              <a:buSzPct val="50000"/>
              <a:defRPr sz="11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18DB23-E349-DF43-8126-A1F21B8C3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774F0D-57B5-C6EE-016C-501DC8D7E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F0D283-938B-8E26-1C43-DC3AD6509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20XX</a:t>
            </a:r>
          </a:p>
        </p:txBody>
      </p:sp>
    </p:spTree>
    <p:extLst>
      <p:ext uri="{BB962C8B-B14F-4D97-AF65-F5344CB8AC3E}">
        <p14:creationId xmlns:p14="http://schemas.microsoft.com/office/powerpoint/2010/main" val="42483168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Cap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327;p33">
            <a:extLst>
              <a:ext uri="{FF2B5EF4-FFF2-40B4-BE49-F238E27FC236}">
                <a16:creationId xmlns:a16="http://schemas.microsoft.com/office/drawing/2014/main" id="{E7EB222B-6CF5-9486-E495-4BBCFBA5DEE9}"/>
              </a:ext>
            </a:extLst>
          </p:cNvPr>
          <p:cNvSpPr/>
          <p:nvPr userDrawn="1"/>
        </p:nvSpPr>
        <p:spPr>
          <a:xfrm>
            <a:off x="5400719" y="1198578"/>
            <a:ext cx="6114430" cy="4794575"/>
          </a:xfrm>
          <a:prstGeom prst="rect">
            <a:avLst/>
          </a:prstGeom>
          <a:solidFill>
            <a:schemeClr val="accent2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cap="none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9" name="Google Shape;328;p33">
            <a:extLst>
              <a:ext uri="{FF2B5EF4-FFF2-40B4-BE49-F238E27FC236}">
                <a16:creationId xmlns:a16="http://schemas.microsoft.com/office/drawing/2014/main" id="{1FEBC754-F0A8-F9F6-F804-7081E078D8F5}"/>
              </a:ext>
            </a:extLst>
          </p:cNvPr>
          <p:cNvSpPr/>
          <p:nvPr userDrawn="1"/>
        </p:nvSpPr>
        <p:spPr>
          <a:xfrm>
            <a:off x="5196524" y="838200"/>
            <a:ext cx="6114430" cy="4914901"/>
          </a:xfrm>
          <a:prstGeom prst="rect">
            <a:avLst/>
          </a:prstGeom>
          <a:solidFill>
            <a:schemeClr val="accent5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cap="none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8F8B0E5-D249-4F2F-16F0-7A9A49B95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024" y="1783080"/>
            <a:ext cx="4959821" cy="1162762"/>
          </a:xfrm>
        </p:spPr>
        <p:txBody>
          <a:bodyPr/>
          <a:lstStyle>
            <a:lvl1pPr algn="l">
              <a:lnSpc>
                <a:spcPct val="90000"/>
              </a:lnSpc>
              <a:defRPr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52CFE759-845E-6170-DB8C-EA3FA075BB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351128" cy="6858000"/>
          </a:xfrm>
          <a:solidFill>
            <a:schemeClr val="accent5"/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7189B6C-4236-0B00-D585-EEE5183EC3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1888" y="2944368"/>
            <a:ext cx="4818888" cy="2130552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D37E9B-F86D-C91D-23CC-19F188DE8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72901" y="6400904"/>
            <a:ext cx="365760" cy="246888"/>
          </a:xfrm>
        </p:spPr>
        <p:txBody>
          <a:bodyPr/>
          <a:lstStyle/>
          <a:p>
            <a:fld id="{8D0AFDD5-844D-364D-8AEC-50CF4D36D55D}" type="slidenum">
              <a:rPr lang="en-US" noProof="0" smtClean="0"/>
              <a:pPr/>
              <a:t>‹#›</a:t>
            </a:fld>
            <a:endParaRPr lang="en-US" noProof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B55B0F1-C1EF-3790-A994-C8C4BB61CCB9}"/>
              </a:ext>
            </a:extLst>
          </p:cNvPr>
          <p:cNvCxnSpPr>
            <a:cxnSpLocks/>
          </p:cNvCxnSpPr>
          <p:nvPr/>
        </p:nvCxnSpPr>
        <p:spPr>
          <a:xfrm>
            <a:off x="4351128" y="6532618"/>
            <a:ext cx="369308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D4F275B-2CE9-CD3C-081E-0B79C125257E}"/>
              </a:ext>
            </a:extLst>
          </p:cNvPr>
          <p:cNvCxnSpPr>
            <a:cxnSpLocks/>
          </p:cNvCxnSpPr>
          <p:nvPr/>
        </p:nvCxnSpPr>
        <p:spPr>
          <a:xfrm>
            <a:off x="8467344" y="6527001"/>
            <a:ext cx="3724656" cy="56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72312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327;p33">
            <a:extLst>
              <a:ext uri="{FF2B5EF4-FFF2-40B4-BE49-F238E27FC236}">
                <a16:creationId xmlns:a16="http://schemas.microsoft.com/office/drawing/2014/main" id="{E09AA4F6-9CBF-53A8-8FE8-0BAB0E7DC989}"/>
              </a:ext>
            </a:extLst>
          </p:cNvPr>
          <p:cNvSpPr/>
          <p:nvPr userDrawn="1"/>
        </p:nvSpPr>
        <p:spPr>
          <a:xfrm>
            <a:off x="1062566" y="1161412"/>
            <a:ext cx="10221119" cy="4831742"/>
          </a:xfrm>
          <a:prstGeom prst="rect">
            <a:avLst/>
          </a:prstGeom>
          <a:solidFill>
            <a:schemeClr val="accent4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cap="none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0" name="Google Shape;328;p33">
            <a:extLst>
              <a:ext uri="{FF2B5EF4-FFF2-40B4-BE49-F238E27FC236}">
                <a16:creationId xmlns:a16="http://schemas.microsoft.com/office/drawing/2014/main" id="{CBE4E0BD-29C0-46EA-4A2D-401DD12AEC12}"/>
              </a:ext>
            </a:extLst>
          </p:cNvPr>
          <p:cNvSpPr/>
          <p:nvPr userDrawn="1"/>
        </p:nvSpPr>
        <p:spPr>
          <a:xfrm>
            <a:off x="858371" y="800100"/>
            <a:ext cx="10221119" cy="4953001"/>
          </a:xfrm>
          <a:prstGeom prst="rect">
            <a:avLst/>
          </a:prstGeom>
          <a:solidFill>
            <a:schemeClr val="accent5"/>
          </a:solidFill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cap="none" noProof="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7EDEC9-86BE-FDB1-3BAE-F5FF0934CA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7048" y="1901952"/>
            <a:ext cx="4873752" cy="1709928"/>
          </a:xfrm>
        </p:spPr>
        <p:txBody>
          <a:bodyPr anchor="t">
            <a:noAutofit/>
          </a:bodyPr>
          <a:lstStyle>
            <a:lvl1pPr marL="0" indent="0" algn="l">
              <a:lnSpc>
                <a:spcPct val="90000"/>
              </a:lnSpc>
              <a:defRPr sz="6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EF6069-AEE4-3455-508E-4B9EE30F0C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048" y="3108960"/>
            <a:ext cx="3913632" cy="1883664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BEF410E3-CEC7-640A-C8FD-08419E6C330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443482" y="812292"/>
            <a:ext cx="4636008" cy="4928616"/>
          </a:xfr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 algn="ctr">
              <a:buNone/>
              <a:defRPr lang="en-US" sz="1800">
                <a:solidFill>
                  <a:schemeClr val="tx1"/>
                </a:solidFill>
              </a:defRPr>
            </a:lvl1pPr>
          </a:lstStyle>
          <a:p>
            <a:pPr marL="0" lvl="0" algn="ctr"/>
            <a:r>
              <a:rPr lang="en-US" noProof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702356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FABFF-AED1-441E-410D-E91E5B9EA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D9EB3-189A-FE0F-8C95-73C337815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680446-577A-69FB-646E-AF1DA4134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0E09C2-379A-DC94-A05D-1A629B341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20XX</a:t>
            </a:r>
          </a:p>
        </p:txBody>
      </p:sp>
    </p:spTree>
    <p:extLst>
      <p:ext uri="{BB962C8B-B14F-4D97-AF65-F5344CB8AC3E}">
        <p14:creationId xmlns:p14="http://schemas.microsoft.com/office/powerpoint/2010/main" val="4154343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72A2AC-7ED9-922C-AFA3-C7474D933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D73C7A-2028-226F-C1ED-1807BD3B9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Presentation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25B8F9-3C91-FD08-87E3-6E39B35BC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20XX</a:t>
            </a:r>
          </a:p>
        </p:txBody>
      </p:sp>
    </p:spTree>
    <p:extLst>
      <p:ext uri="{BB962C8B-B14F-4D97-AF65-F5344CB8AC3E}">
        <p14:creationId xmlns:p14="http://schemas.microsoft.com/office/powerpoint/2010/main" val="39162458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94A45C-8F79-9A61-77E8-09BC4E628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9952" y="512064"/>
            <a:ext cx="9912096" cy="101498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46656E-6C21-DB29-00F0-0CC844DE37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7742D6-DB37-81C8-6BDD-5C9150A7DF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629145" y="6400904"/>
            <a:ext cx="640080" cy="246888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ctr">
              <a:defRPr sz="10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94DB44-E775-B332-D1F0-40DB3A5FA3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64480" y="6400904"/>
            <a:ext cx="1463040" cy="246888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ctr">
              <a:defRPr sz="10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9C1C4E-47DA-0CDC-75C8-42E9F1EBDE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400904"/>
            <a:ext cx="365760" cy="246888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ctr">
              <a:defRPr sz="1000">
                <a:solidFill>
                  <a:schemeClr val="tx1"/>
                </a:solidFill>
                <a:latin typeface="+mj-lt"/>
              </a:defRPr>
            </a:lvl1pPr>
          </a:lstStyle>
          <a:p>
            <a:fld id="{8D0AFDD5-844D-364D-8AEC-50CF4D36D55D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DE05079-2B34-E435-A882-A172DE176AE1}"/>
              </a:ext>
            </a:extLst>
          </p:cNvPr>
          <p:cNvCxnSpPr>
            <a:cxnSpLocks/>
          </p:cNvCxnSpPr>
          <p:nvPr userDrawn="1"/>
        </p:nvCxnSpPr>
        <p:spPr>
          <a:xfrm>
            <a:off x="0" y="6535885"/>
            <a:ext cx="8382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8440547-EE65-F9CE-1D02-2D326735F06D}"/>
              </a:ext>
            </a:extLst>
          </p:cNvPr>
          <p:cNvCxnSpPr>
            <a:cxnSpLocks/>
          </p:cNvCxnSpPr>
          <p:nvPr userDrawn="1"/>
        </p:nvCxnSpPr>
        <p:spPr>
          <a:xfrm>
            <a:off x="1205025" y="6535885"/>
            <a:ext cx="416052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DB9DC65-7A98-9009-CD43-4A4B57960D46}"/>
              </a:ext>
            </a:extLst>
          </p:cNvPr>
          <p:cNvCxnSpPr>
            <a:cxnSpLocks/>
          </p:cNvCxnSpPr>
          <p:nvPr userDrawn="1"/>
        </p:nvCxnSpPr>
        <p:spPr>
          <a:xfrm>
            <a:off x="6802120" y="6528812"/>
            <a:ext cx="384048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4653D1C-9830-A9D3-084A-35BD971D10F5}"/>
              </a:ext>
            </a:extLst>
          </p:cNvPr>
          <p:cNvCxnSpPr>
            <a:cxnSpLocks/>
          </p:cNvCxnSpPr>
          <p:nvPr userDrawn="1"/>
        </p:nvCxnSpPr>
        <p:spPr>
          <a:xfrm>
            <a:off x="11276341" y="6528816"/>
            <a:ext cx="91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4252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60" r:id="rId3"/>
    <p:sldLayoutId id="2147483651" r:id="rId4"/>
    <p:sldLayoutId id="2147483658" r:id="rId5"/>
    <p:sldLayoutId id="2147483661" r:id="rId6"/>
    <p:sldLayoutId id="2147483663" r:id="rId7"/>
    <p:sldLayoutId id="2147483664" r:id="rId8"/>
    <p:sldLayoutId id="2147483668" r:id="rId9"/>
    <p:sldLayoutId id="2147483662" r:id="rId10"/>
    <p:sldLayoutId id="2147483653" r:id="rId11"/>
    <p:sldLayoutId id="2147483669" r:id="rId12"/>
    <p:sldLayoutId id="2147483665" r:id="rId13"/>
    <p:sldLayoutId id="2147483666" r:id="rId14"/>
    <p:sldLayoutId id="2147483667" r:id="rId15"/>
    <p:sldLayoutId id="2147483654" r:id="rId16"/>
    <p:sldLayoutId id="2147483655" r:id="rId17"/>
  </p:sldLayoutIdLst>
  <p:hf hdr="0"/>
  <p:txStyles>
    <p:titleStyle>
      <a:lvl1pPr algn="ctr" defTabSz="914400" rtl="0" eaLnBrk="1" latinLnBrk="0" hangingPunct="1">
        <a:lnSpc>
          <a:spcPct val="100000"/>
        </a:lnSpc>
        <a:spcBef>
          <a:spcPct val="0"/>
        </a:spcBef>
        <a:buNone/>
        <a:defRPr sz="6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A4F37AB6-4681-D744-2F89-2949D08676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6084" y="2018824"/>
            <a:ext cx="4637609" cy="1298448"/>
          </a:xfrm>
        </p:spPr>
        <p:txBody>
          <a:bodyPr/>
          <a:lstStyle/>
          <a:p>
            <a:r>
              <a:rPr lang="en-US" sz="4400" b="1" dirty="0"/>
              <a:t>POWER BI DATA ANALYSIS</a:t>
            </a:r>
          </a:p>
        </p:txBody>
      </p:sp>
      <p:sp>
        <p:nvSpPr>
          <p:cNvPr id="26" name="Subtitle 25">
            <a:extLst>
              <a:ext uri="{FF2B5EF4-FFF2-40B4-BE49-F238E27FC236}">
                <a16:creationId xmlns:a16="http://schemas.microsoft.com/office/drawing/2014/main" id="{06930851-3EE7-5B25-F590-CCB7467A20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40461" y="4397756"/>
            <a:ext cx="4523232" cy="695452"/>
          </a:xfrm>
        </p:spPr>
        <p:txBody>
          <a:bodyPr/>
          <a:lstStyle/>
          <a:p>
            <a:r>
              <a:rPr lang="en-US" sz="2800" b="1" dirty="0"/>
              <a:t>TEJAS NALAWADE </a:t>
            </a:r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3D3E2AC9-7989-CCDC-1A43-A4C9211DB7A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/>
          <a:stretch>
            <a:fillRect/>
          </a:stretch>
        </p:blipFill>
        <p:spPr>
          <a:xfrm>
            <a:off x="5952095" y="1102424"/>
            <a:ext cx="4429696" cy="4429696"/>
          </a:xfrm>
        </p:spPr>
      </p:pic>
    </p:spTree>
    <p:extLst>
      <p:ext uri="{BB962C8B-B14F-4D97-AF65-F5344CB8AC3E}">
        <p14:creationId xmlns:p14="http://schemas.microsoft.com/office/powerpoint/2010/main" val="4097023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B3421-27E8-64F7-C72E-A20B3B5BF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FCC227-AEF6-4194-577B-C14BE9F08F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A1DEE7-E7EE-60E4-4393-4B4043EFAC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7E0F31-9524-2A85-6CB5-22AF4974A1F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3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9D4236D-E11C-38FC-772B-CE890360026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4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FC2164E-29EB-0A75-9DCC-C2F08040A58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/>
              <a:t>5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74E3C-F63F-9F93-EE35-CD5E465CD08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3258" y="4381964"/>
            <a:ext cx="2328814" cy="875128"/>
          </a:xfrm>
        </p:spPr>
        <p:txBody>
          <a:bodyPr/>
          <a:lstStyle/>
          <a:p>
            <a:r>
              <a:rPr lang="en-US" dirty="0"/>
              <a:t>Power BI and its phases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2D95C9-142A-BF9A-3602-F4AB1160817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909387" y="4487774"/>
            <a:ext cx="2220912" cy="630936"/>
          </a:xfrm>
        </p:spPr>
        <p:txBody>
          <a:bodyPr/>
          <a:lstStyle/>
          <a:p>
            <a:r>
              <a:rPr lang="en-US" dirty="0"/>
              <a:t>Get Data Phase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D2F5204-1928-06AD-9878-6DD27D5DF27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87511" y="4477040"/>
            <a:ext cx="2585784" cy="756198"/>
          </a:xfrm>
        </p:spPr>
        <p:txBody>
          <a:bodyPr/>
          <a:lstStyle/>
          <a:p>
            <a:r>
              <a:rPr lang="en-US" dirty="0"/>
              <a:t>Model Building Phase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4977FAA-28B8-34BB-09CE-CCE6C8C73D6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98526" y="4477040"/>
            <a:ext cx="2650730" cy="501233"/>
          </a:xfrm>
        </p:spPr>
        <p:txBody>
          <a:bodyPr/>
          <a:lstStyle/>
          <a:p>
            <a:r>
              <a:rPr lang="en-US" dirty="0"/>
              <a:t>Data Enhancement Phase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D1FB0-0B3C-DCCA-CB4F-4FEAE1317B8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711070" y="4477040"/>
            <a:ext cx="2102386" cy="756198"/>
          </a:xfrm>
        </p:spPr>
        <p:txBody>
          <a:bodyPr/>
          <a:lstStyle/>
          <a:p>
            <a:r>
              <a:rPr lang="en-US" dirty="0"/>
              <a:t>Power BI Services 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9EB92BE4-4ECF-AA5A-EBFA-AC2DBA935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DE3B97B2-F540-9F02-5569-597A7E7B6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26552" y="6400904"/>
            <a:ext cx="2338895" cy="310896"/>
          </a:xfrm>
        </p:spPr>
        <p:txBody>
          <a:bodyPr/>
          <a:lstStyle/>
          <a:p>
            <a:r>
              <a:rPr lang="en-US" sz="1200" dirty="0"/>
              <a:t>DATA SCIENCE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FA1C40B-4426-2DD0-CFB0-3E30E9C28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6819786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C8C7540E-B0E4-8988-0AC7-7E0E7DD81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5216" y="155240"/>
            <a:ext cx="5488432" cy="795632"/>
          </a:xfrm>
        </p:spPr>
        <p:txBody>
          <a:bodyPr/>
          <a:lstStyle/>
          <a:p>
            <a:r>
              <a:rPr lang="en-US" sz="4400" b="1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F3D20-2309-63AE-98EC-B0B390129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smtClean="0"/>
              <a:t>3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99E0B8-E907-B063-5006-1AC4BB8FC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DATA SCIENCE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9A2F75-9D02-3ED8-071B-99FC210DE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B3E077-7F17-1883-4456-AB9E42DBF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839" y="1097280"/>
            <a:ext cx="4764799" cy="5001768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Power BI is a data visualization and business intelligence tool used to collect, transform, analyze, and visualize data to support better decision-making.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Phases in Power BI: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Get Data Phase 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Data Modeling Phase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Model Enhancement Phase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Visual Building Phase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400" dirty="0"/>
          </a:p>
        </p:txBody>
      </p:sp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09E81031-1121-F81D-4398-D423909587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7" r="510"/>
          <a:stretch>
            <a:fillRect/>
          </a:stretch>
        </p:blipFill>
        <p:spPr>
          <a:xfrm>
            <a:off x="4959891" y="1346093"/>
            <a:ext cx="7064223" cy="399400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11023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C5E50D-5E68-B813-7201-01FBD10D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7B8A2D6-1F0E-F98D-E6C7-392C8525D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5216" y="155240"/>
            <a:ext cx="5488432" cy="795632"/>
          </a:xfrm>
        </p:spPr>
        <p:txBody>
          <a:bodyPr/>
          <a:lstStyle/>
          <a:p>
            <a:r>
              <a:rPr lang="en-US" sz="4400" b="1" dirty="0"/>
              <a:t>Power BI Phases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AF7B87-8B90-3F2A-84D3-C508AE478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smtClean="0"/>
              <a:t>4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A2F16C-9402-5463-C1BE-4F8A40C62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DATA SCIENCE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C930EB-2C13-2A01-18E6-EB2F75159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04D1C9-F613-4F32-3395-34C248363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63" y="1078992"/>
            <a:ext cx="5031233" cy="4517136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1800" b="1" dirty="0"/>
              <a:t>Get Data Phase </a:t>
            </a:r>
            <a:r>
              <a:rPr lang="en-US" sz="1800" dirty="0"/>
              <a:t>: The Get Data phase is where data is collected from different sources like databases, Excel, CSV files, or cloud services and cleaned using Power Query.</a:t>
            </a:r>
          </a:p>
          <a:p>
            <a:pPr>
              <a:lnSpc>
                <a:spcPct val="100000"/>
              </a:lnSpc>
            </a:pPr>
            <a:endParaRPr lang="en-US" sz="1800" dirty="0"/>
          </a:p>
          <a:p>
            <a:pPr>
              <a:lnSpc>
                <a:spcPct val="100000"/>
              </a:lnSpc>
            </a:pPr>
            <a:r>
              <a:rPr lang="en-IN" sz="1800" b="1" dirty="0"/>
              <a:t>Data </a:t>
            </a:r>
            <a:r>
              <a:rPr lang="en-IN" sz="1800" b="1" dirty="0" err="1"/>
              <a:t>Modeling</a:t>
            </a:r>
            <a:r>
              <a:rPr lang="en-IN" sz="1800" b="1" dirty="0"/>
              <a:t> Phase</a:t>
            </a:r>
            <a:r>
              <a:rPr lang="en-IN" sz="1800" dirty="0"/>
              <a:t>: </a:t>
            </a:r>
            <a:r>
              <a:rPr lang="en-US" sz="1800" dirty="0"/>
              <a:t>The Data Modeling phase is where relationships are created between tables and the data structure is designed for analysis.</a:t>
            </a:r>
          </a:p>
          <a:p>
            <a:pPr>
              <a:lnSpc>
                <a:spcPct val="100000"/>
              </a:lnSpc>
            </a:pPr>
            <a:endParaRPr lang="en-US" sz="1800" dirty="0"/>
          </a:p>
          <a:p>
            <a:pPr>
              <a:lnSpc>
                <a:spcPct val="100000"/>
              </a:lnSpc>
            </a:pPr>
            <a:r>
              <a:rPr lang="en-IN" sz="1800" b="1" dirty="0"/>
              <a:t>Model Enhancement Phase</a:t>
            </a:r>
            <a:r>
              <a:rPr lang="en-IN" sz="1800" dirty="0"/>
              <a:t>: </a:t>
            </a:r>
            <a:r>
              <a:rPr lang="en-US" sz="1800" dirty="0"/>
              <a:t>The Model Enhancement phase is where calculations, measures, and calculated columns are created using DAX to improve analysis.</a:t>
            </a:r>
          </a:p>
          <a:p>
            <a:pPr>
              <a:lnSpc>
                <a:spcPct val="100000"/>
              </a:lnSpc>
            </a:pPr>
            <a:endParaRPr lang="en-US" sz="1800" dirty="0"/>
          </a:p>
          <a:p>
            <a:pPr>
              <a:lnSpc>
                <a:spcPct val="100000"/>
              </a:lnSpc>
            </a:pPr>
            <a:r>
              <a:rPr lang="en-IN" sz="1800" b="1" dirty="0"/>
              <a:t>Visual Building Phase</a:t>
            </a:r>
            <a:r>
              <a:rPr lang="en-IN" sz="1800" dirty="0"/>
              <a:t>: </a:t>
            </a:r>
            <a:r>
              <a:rPr lang="en-US" sz="1800" dirty="0"/>
              <a:t>The Visual Building phase is where charts, tables, and dashboards are created to display insights in an interactive and visual way.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204669-D49D-04CF-E5AA-2CCD76DCBC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978" b="16089"/>
          <a:stretch>
            <a:fillRect/>
          </a:stretch>
        </p:blipFill>
        <p:spPr>
          <a:xfrm>
            <a:off x="5111495" y="1408176"/>
            <a:ext cx="6821429" cy="4105656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55146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AEA8E2-7379-72B3-304E-D36371E76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8B8D6E3-FA37-9CD1-833C-5BC8178CF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24"/>
            <a:ext cx="10783824" cy="660325"/>
          </a:xfrm>
        </p:spPr>
        <p:txBody>
          <a:bodyPr/>
          <a:lstStyle/>
          <a:p>
            <a:r>
              <a:rPr lang="en-US" sz="4000" b="1" dirty="0"/>
              <a:t>GET DATA PHASE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EB4B70-F00A-E3E2-D8AF-41B80156A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smtClean="0"/>
              <a:t>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D5BF5D-F655-C1EE-7E41-DC55FD183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DATA SCIENCE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C69472-8CE0-B6C6-3BE1-7B31790BD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5099FC-B563-6680-21A0-80908744FEAE}"/>
              </a:ext>
            </a:extLst>
          </p:cNvPr>
          <p:cNvSpPr txBox="1"/>
          <p:nvPr/>
        </p:nvSpPr>
        <p:spPr>
          <a:xfrm>
            <a:off x="185928" y="1376418"/>
            <a:ext cx="38598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en-US" sz="2400" b="1" dirty="0"/>
            </a:br>
            <a:endParaRPr lang="en-IN" sz="2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2D9430-BAA8-CA7B-1423-FE4B7D9CE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929" y="1100883"/>
            <a:ext cx="8645288" cy="4861005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3A256F-EA61-78C8-5A4A-E5F42C1AAF47}"/>
              </a:ext>
            </a:extLst>
          </p:cNvPr>
          <p:cNvSpPr txBox="1"/>
          <p:nvPr/>
        </p:nvSpPr>
        <p:spPr>
          <a:xfrm>
            <a:off x="8988552" y="1078509"/>
            <a:ext cx="294436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 </a:t>
            </a:r>
            <a:r>
              <a:rPr lang="en-US" sz="2000" b="1" dirty="0"/>
              <a:t>Get Data phase</a:t>
            </a:r>
            <a:r>
              <a:rPr lang="en-US" sz="2000" dirty="0"/>
              <a:t> is the first step in Power BI where data is imported or connected from different sources into Power BI for analysis.</a:t>
            </a:r>
          </a:p>
          <a:p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Excel Workbook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Text / CSV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XML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PDF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Folder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Oracle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Azure SQL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SQL Server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865574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8E9728-FAE2-C6C1-95CF-A2F82689A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279030D8-4554-51C8-7575-033E3AB87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87960"/>
            <a:ext cx="10783824" cy="660325"/>
          </a:xfrm>
        </p:spPr>
        <p:txBody>
          <a:bodyPr/>
          <a:lstStyle/>
          <a:p>
            <a:r>
              <a:rPr lang="en-US" sz="4000" b="1" dirty="0"/>
              <a:t>LOAD AND TRANSFORM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B8995C-8571-E3DC-73B5-2DB2DE9E9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smtClean="0"/>
              <a:t>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FAAB2C-4DA5-6413-060E-FDEBAE86F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DATA SCIENCE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81186D-F61E-EA24-F136-42DD54FBC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AD088D-D47D-B962-0303-BE9D36323C9E}"/>
              </a:ext>
            </a:extLst>
          </p:cNvPr>
          <p:cNvSpPr txBox="1"/>
          <p:nvPr/>
        </p:nvSpPr>
        <p:spPr>
          <a:xfrm>
            <a:off x="185928" y="1376418"/>
            <a:ext cx="38598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en-US" sz="2400" b="1" dirty="0"/>
            </a:br>
            <a:endParaRPr lang="en-IN" sz="24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75CB6E-D60B-268C-70A8-E3BA32810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814" y="1376418"/>
            <a:ext cx="7882404" cy="4432056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6DC1287-0CDD-1F91-F6FA-61559BFD2AAA}"/>
              </a:ext>
            </a:extLst>
          </p:cNvPr>
          <p:cNvSpPr txBox="1"/>
          <p:nvPr/>
        </p:nvSpPr>
        <p:spPr>
          <a:xfrm>
            <a:off x="8371170" y="1270104"/>
            <a:ext cx="3557016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Steps to Import Excel Data into Power BI</a:t>
            </a:r>
          </a:p>
          <a:p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Open </a:t>
            </a:r>
            <a:r>
              <a:rPr lang="en-IN" sz="2000" b="1" dirty="0"/>
              <a:t>Power BI Desktop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Click </a:t>
            </a:r>
            <a:r>
              <a:rPr lang="en-IN" sz="2000" b="1" dirty="0"/>
              <a:t>Home → Get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Select </a:t>
            </a:r>
            <a:r>
              <a:rPr lang="en-IN" sz="2000" b="1" dirty="0"/>
              <a:t>Excel Workbook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Browse and select the Excel 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Click </a:t>
            </a:r>
            <a:r>
              <a:rPr lang="en-IN" sz="2000" b="1" dirty="0"/>
              <a:t>Open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2000" b="1" dirty="0"/>
          </a:p>
          <a:p>
            <a:r>
              <a:rPr lang="en-IN" sz="2000" b="1" dirty="0"/>
              <a:t>Load: </a:t>
            </a:r>
            <a:r>
              <a:rPr lang="en-US" sz="2000" dirty="0"/>
              <a:t>Imports data directly into Power BI and use when data clean</a:t>
            </a:r>
          </a:p>
          <a:p>
            <a:endParaRPr lang="en-US" sz="2000" dirty="0"/>
          </a:p>
          <a:p>
            <a:r>
              <a:rPr lang="en-US" sz="2000" b="1" dirty="0"/>
              <a:t>Transform:  </a:t>
            </a:r>
            <a:r>
              <a:rPr lang="en-IN" sz="2000" dirty="0"/>
              <a:t>Opens Power Query Editor and use to clean and modify data </a:t>
            </a:r>
          </a:p>
        </p:txBody>
      </p:sp>
    </p:spTree>
    <p:extLst>
      <p:ext uri="{BB962C8B-B14F-4D97-AF65-F5344CB8AC3E}">
        <p14:creationId xmlns:p14="http://schemas.microsoft.com/office/powerpoint/2010/main" val="3286527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710CE6-E62F-04CA-33ED-1E3BBDF4C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B277E94-A932-9FB9-3D5F-D33DA1765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87960"/>
            <a:ext cx="10783824" cy="660325"/>
          </a:xfrm>
        </p:spPr>
        <p:txBody>
          <a:bodyPr/>
          <a:lstStyle/>
          <a:p>
            <a:r>
              <a:rPr lang="en-US" sz="4000" b="1" dirty="0"/>
              <a:t>POWER QUERY EDITOR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07F94-BC87-0D09-5FD3-0DEFF9F92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CF35C6-B35A-24EF-B117-442F37DDC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DATA SCIENCE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789C66-A879-FFB3-7BB8-52CFE8C16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DE07FE-F095-4C40-E6D4-E39E3709AC9A}"/>
              </a:ext>
            </a:extLst>
          </p:cNvPr>
          <p:cNvSpPr txBox="1"/>
          <p:nvPr/>
        </p:nvSpPr>
        <p:spPr>
          <a:xfrm>
            <a:off x="185928" y="1376418"/>
            <a:ext cx="38598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en-US" sz="2400" b="1" dirty="0"/>
            </a:br>
            <a:endParaRPr lang="en-IN" sz="2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2317F5-219D-D87C-0A62-95E3239D8152}"/>
              </a:ext>
            </a:extLst>
          </p:cNvPr>
          <p:cNvSpPr txBox="1"/>
          <p:nvPr/>
        </p:nvSpPr>
        <p:spPr>
          <a:xfrm>
            <a:off x="8146216" y="1270104"/>
            <a:ext cx="385985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Power Query Editor is a tool in Power BI used to </a:t>
            </a:r>
            <a:r>
              <a:rPr lang="en-US" sz="2000" b="1" dirty="0"/>
              <a:t>clean, transform, and prepare data</a:t>
            </a:r>
            <a:r>
              <a:rPr lang="en-US" sz="2000" dirty="0"/>
              <a:t> before loading it into the data model.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Clean raw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Transform data into usable format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Perform ETL (Extract, Transform, Load) operations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r>
              <a:rPr lang="en-US" sz="2000" dirty="0"/>
              <a:t>How to Open Power Query Editor:</a:t>
            </a:r>
          </a:p>
          <a:p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Open </a:t>
            </a:r>
            <a:r>
              <a:rPr lang="en-IN" sz="2000" b="1" dirty="0"/>
              <a:t>Power BI Desktop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Click </a:t>
            </a:r>
            <a:r>
              <a:rPr lang="en-IN" sz="2000" b="1" dirty="0"/>
              <a:t>Home → Transform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Power Query Editor window opens</a:t>
            </a:r>
            <a:endParaRPr lang="en-IN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7AEC5D-60B0-B15F-2465-D5F057A54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928" y="1376418"/>
            <a:ext cx="7778496" cy="4373632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663132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CA9C74-EEF2-8964-8091-8C20B481D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7B6EB24E-9E42-8254-A72A-D2F738124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135749"/>
            <a:ext cx="10783824" cy="660325"/>
          </a:xfrm>
        </p:spPr>
        <p:txBody>
          <a:bodyPr/>
          <a:lstStyle/>
          <a:p>
            <a:r>
              <a:rPr lang="en-US" sz="4000" b="1" dirty="0"/>
              <a:t>HOME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190224-1A52-2BE0-0341-2BE0987FB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smtClean="0"/>
              <a:t>8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3D2B9C-1382-5FE8-4F69-237C2323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DATA SCIENCE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540C7A-E592-B6FC-1A3E-D54E66E15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54A76B-2AD6-2090-12CA-B68E6186C802}"/>
              </a:ext>
            </a:extLst>
          </p:cNvPr>
          <p:cNvSpPr txBox="1"/>
          <p:nvPr/>
        </p:nvSpPr>
        <p:spPr>
          <a:xfrm>
            <a:off x="185928" y="1376418"/>
            <a:ext cx="38598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en-US" sz="2400" b="1" dirty="0"/>
            </a:br>
            <a:endParaRPr lang="en-IN" sz="2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7F90E4-4DFF-EBCF-367F-D590C9D7908E}"/>
              </a:ext>
            </a:extLst>
          </p:cNvPr>
          <p:cNvSpPr txBox="1"/>
          <p:nvPr/>
        </p:nvSpPr>
        <p:spPr>
          <a:xfrm>
            <a:off x="262128" y="2300067"/>
            <a:ext cx="11862816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/>
              <a:t>Home tab</a:t>
            </a:r>
            <a:r>
              <a:rPr lang="en-US" dirty="0"/>
              <a:t> in Power Query Editor contains all the </a:t>
            </a:r>
            <a:r>
              <a:rPr lang="en-US" b="1" dirty="0"/>
              <a:t>basic and most frequently used commands</a:t>
            </a:r>
            <a:r>
              <a:rPr lang="en-US" dirty="0"/>
              <a:t> required to manage data sources, queries, and transformations.</a:t>
            </a:r>
          </a:p>
          <a:p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Close &amp; Apply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New Source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Recent Sources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Enter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Data Source Settings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Manage Parameters and Refresh Preview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Properties and Advance Editor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Manage: Duplicate and Reference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Manage Column and Reduce Row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Sort and Group By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Transform and Combine 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8A6C27F-234C-CB0B-F87E-5D4C8FC22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231" y="964941"/>
            <a:ext cx="9866281" cy="1166259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46917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1EFD55-CD2E-8A66-5190-34FF18E18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1A18E04-53C1-A384-B2BE-71C32AAD5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0436" y="79286"/>
            <a:ext cx="2423160" cy="640993"/>
          </a:xfrm>
        </p:spPr>
        <p:txBody>
          <a:bodyPr/>
          <a:lstStyle/>
          <a:p>
            <a:r>
              <a:rPr lang="en-US" sz="4000" b="1" dirty="0"/>
              <a:t>HOME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63F945-D83E-4F7A-39AF-A777BDBEA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smtClean="0"/>
              <a:t>9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EE0718-4695-9A29-9DDD-96DE66D31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DATA SCIENCE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B40C8EB-7D0A-B2DD-3A7F-5CEE87C0B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FA802F8-D438-1218-4053-45156CF362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44" y="990941"/>
            <a:ext cx="1894312" cy="1915596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198732-7EC3-8B0A-D6ED-EE28036F6793}"/>
              </a:ext>
            </a:extLst>
          </p:cNvPr>
          <p:cNvSpPr txBox="1"/>
          <p:nvPr/>
        </p:nvSpPr>
        <p:spPr>
          <a:xfrm>
            <a:off x="5970676" y="1100669"/>
            <a:ext cx="5999780" cy="50806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b="1" dirty="0"/>
              <a:t>CLOSE APPLY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Close &amp; Apply</a:t>
            </a:r>
            <a:r>
              <a:rPr lang="en-US" sz="1600" dirty="0"/>
              <a:t>: Applies all the changes and closes the Power Query Editor window.</a:t>
            </a:r>
            <a:endParaRPr lang="en-IN" sz="16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Apply</a:t>
            </a:r>
            <a:r>
              <a:rPr lang="en-US" sz="1600" dirty="0"/>
              <a:t>: Applies the changes without closing the Power Query Editor window.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Close</a:t>
            </a:r>
            <a:r>
              <a:rPr lang="en-US" sz="1600" dirty="0"/>
              <a:t>: Closes the Power Query Editor without applying changes.</a:t>
            </a:r>
            <a:br>
              <a:rPr lang="en-US" sz="1600" dirty="0"/>
            </a:br>
            <a:endParaRPr lang="en-US" sz="16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b="1" dirty="0"/>
              <a:t>NEW SOURCE 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Used to </a:t>
            </a:r>
            <a:r>
              <a:rPr lang="en-US" sz="1600" b="1" dirty="0"/>
              <a:t>add new data sources</a:t>
            </a:r>
            <a:r>
              <a:rPr lang="en-US" sz="1600" dirty="0"/>
              <a:t> while already working in Power Query Editor.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/>
              <a:t>Supports Excel, CSV, Databases, Web, Folder, etc.</a:t>
            </a:r>
            <a:endParaRPr lang="en-US" sz="16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16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600" b="1" dirty="0"/>
              <a:t>RECENT SOURCES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Shows a list of </a:t>
            </a:r>
            <a:r>
              <a:rPr lang="en-US" sz="1600" b="1" dirty="0"/>
              <a:t>recently used data sources</a:t>
            </a:r>
            <a:r>
              <a:rPr lang="en-US" sz="16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Helps reconnect to data sources quickly.</a:t>
            </a:r>
            <a:endParaRPr lang="en-IN" sz="16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N" sz="16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600" b="1" dirty="0"/>
              <a:t>ENTER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Used to </a:t>
            </a:r>
            <a:r>
              <a:rPr lang="en-US" sz="1600" b="1" dirty="0"/>
              <a:t>manually enter data</a:t>
            </a:r>
            <a:r>
              <a:rPr lang="en-US" sz="1600" dirty="0"/>
              <a:t> into Power BI.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Helpful for creating small lookup or reference tables.</a:t>
            </a:r>
            <a:endParaRPr lang="en-IN" sz="16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IN" sz="1600" b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A6E19E9-CED4-E535-1258-C40FC8438F1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14" r="4760" b="2266"/>
          <a:stretch>
            <a:fillRect/>
          </a:stretch>
        </p:blipFill>
        <p:spPr>
          <a:xfrm>
            <a:off x="221544" y="3292014"/>
            <a:ext cx="2999058" cy="303400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5672193-2AC8-8DC8-E972-2958D52EFA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0179" y="3299265"/>
            <a:ext cx="2216244" cy="3034003"/>
          </a:xfrm>
          <a:prstGeom prst="rect">
            <a:avLst/>
          </a:prstGeom>
          <a:ln w="38100">
            <a:solidFill>
              <a:srgbClr val="282828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A0E68AC-3C31-B928-0D23-D7434344AD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7263" y="932854"/>
            <a:ext cx="3072006" cy="215599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45294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C00682-7681-D4F3-5177-35171AA53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5111577C-671B-7450-DAA0-F1CDF04A24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0436" y="79286"/>
            <a:ext cx="2423160" cy="640993"/>
          </a:xfrm>
        </p:spPr>
        <p:txBody>
          <a:bodyPr/>
          <a:lstStyle/>
          <a:p>
            <a:r>
              <a:rPr lang="en-US" sz="4000" b="1" dirty="0"/>
              <a:t>HOME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0B835-149B-B846-32A6-C1899BBB4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smtClean="0"/>
              <a:t>10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875386-FCA8-BF92-CD97-889A21FCF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DATA SCIENCE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8C43DB-70FE-2CDA-0C39-D410D28C2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2FD705-C889-4F16-2972-ABFB2E9A6396}"/>
              </a:ext>
            </a:extLst>
          </p:cNvPr>
          <p:cNvSpPr txBox="1"/>
          <p:nvPr/>
        </p:nvSpPr>
        <p:spPr>
          <a:xfrm>
            <a:off x="169630" y="896112"/>
            <a:ext cx="2929338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2000" b="1" dirty="0"/>
              <a:t>DATA SOURCE SETTINGS</a:t>
            </a:r>
            <a:br>
              <a:rPr lang="en-IN" sz="2000" b="1" dirty="0"/>
            </a:br>
            <a:endParaRPr lang="en-IN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Used to </a:t>
            </a:r>
            <a:r>
              <a:rPr lang="en-US" sz="2000" b="1" dirty="0"/>
              <a:t>view, edit, or delete data source connections</a:t>
            </a:r>
            <a:r>
              <a:rPr lang="en-US" sz="20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Allows changing credentials and permissions..</a:t>
            </a:r>
            <a:br>
              <a:rPr lang="en-US" sz="2000" dirty="0"/>
            </a:br>
            <a:endParaRPr lang="en-US" sz="20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b="1" dirty="0"/>
              <a:t>MANAGE PARAMETER:</a:t>
            </a:r>
            <a:br>
              <a:rPr lang="en-US" sz="2000" b="1" dirty="0"/>
            </a:br>
            <a:endParaRPr lang="en-US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To create </a:t>
            </a:r>
            <a:r>
              <a:rPr lang="en-US" sz="2000" b="1" dirty="0"/>
              <a:t>different environment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Helps avoid </a:t>
            </a:r>
            <a:r>
              <a:rPr lang="en-US" sz="2000" b="1" dirty="0"/>
              <a:t>hard-coding values</a:t>
            </a:r>
            <a:r>
              <a:rPr lang="en-US" sz="2000" dirty="0"/>
              <a:t> in queries</a:t>
            </a:r>
          </a:p>
          <a:p>
            <a:endParaRPr lang="en-IN" sz="2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BF6CFC-83A0-4651-B6C2-E5A9EEB47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2201" y="1203018"/>
            <a:ext cx="4720169" cy="4415352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A0F065-A22C-1749-1020-ABAF92D227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8072" y="1203018"/>
            <a:ext cx="3725025" cy="4451964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823557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B7134C-3E31-F7F8-DB30-5BCD2C069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948568E-7762-996C-F524-C9760DA6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0436" y="79286"/>
            <a:ext cx="2423160" cy="640993"/>
          </a:xfrm>
        </p:spPr>
        <p:txBody>
          <a:bodyPr/>
          <a:lstStyle/>
          <a:p>
            <a:r>
              <a:rPr lang="en-US" sz="4000" b="1" dirty="0"/>
              <a:t>HOME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BA7031-76AE-344B-FC3B-A3515A0E1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smtClean="0"/>
              <a:t>11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62A6A8-F1D0-67E8-24C3-D3E65FBE7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DATA SCIENCE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5E141A-7377-D4EF-BFDB-4849E21A5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89D3F7-0C26-B4FE-46B0-327D0A0D95CB}"/>
              </a:ext>
            </a:extLst>
          </p:cNvPr>
          <p:cNvSpPr txBox="1"/>
          <p:nvPr/>
        </p:nvSpPr>
        <p:spPr>
          <a:xfrm>
            <a:off x="242782" y="996696"/>
            <a:ext cx="326665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2000" b="1" dirty="0"/>
              <a:t>REFRESH PREVIEW</a:t>
            </a:r>
            <a:br>
              <a:rPr lang="en-IN" sz="2000" b="1" dirty="0"/>
            </a:br>
            <a:endParaRPr lang="en-IN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b="1" dirty="0"/>
              <a:t>Refresh Preview</a:t>
            </a:r>
            <a:r>
              <a:rPr lang="en-US" sz="2000" dirty="0"/>
              <a:t>: Refresh the preview result for the query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b="1" dirty="0"/>
              <a:t>Refresh All: </a:t>
            </a:r>
            <a:r>
              <a:rPr lang="en-US" sz="2000" dirty="0"/>
              <a:t>Refresh the preview result for the whole query.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b="1" dirty="0"/>
              <a:t>Cancel Refresh:</a:t>
            </a:r>
            <a:r>
              <a:rPr lang="en-US" sz="2000" dirty="0"/>
              <a:t> Cancel the refresh of the query</a:t>
            </a:r>
            <a:br>
              <a:rPr lang="en-US" sz="2000" dirty="0"/>
            </a:br>
            <a:endParaRPr lang="en-US" sz="20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b="1" dirty="0"/>
              <a:t>PROPERTIES:</a:t>
            </a:r>
            <a:br>
              <a:rPr lang="en-US" sz="2000" b="1" dirty="0"/>
            </a:br>
            <a:endParaRPr lang="en-US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Rename a Query and adding a description to the query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2F29AC3-B0CA-B028-0EEA-D5E6F14A8E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6056" y="1572613"/>
            <a:ext cx="3160891" cy="253304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8CC7755-DE91-5BC5-4881-84754BFA1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2303" y="1359878"/>
            <a:ext cx="4616915" cy="4373918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737215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6FD234-212A-96E8-05AD-97D5FE345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7761384B-07A7-2C19-2D0E-82B2B13610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0436" y="79286"/>
            <a:ext cx="2423160" cy="640993"/>
          </a:xfrm>
        </p:spPr>
        <p:txBody>
          <a:bodyPr/>
          <a:lstStyle/>
          <a:p>
            <a:r>
              <a:rPr lang="en-US" sz="4000" b="1" dirty="0"/>
              <a:t>HOME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03435-5478-0007-F3C3-2FB4163E5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smtClean="0"/>
              <a:t>12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90B574-DCEC-DC3D-C0C4-57B81BA97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DATA SCIENCE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0E37D3-DD8A-8947-BEF0-AE7871334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B48B2D-697B-F860-FC40-A71755F6C86A}"/>
              </a:ext>
            </a:extLst>
          </p:cNvPr>
          <p:cNvSpPr txBox="1"/>
          <p:nvPr/>
        </p:nvSpPr>
        <p:spPr>
          <a:xfrm>
            <a:off x="87334" y="846198"/>
            <a:ext cx="4877858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/>
              <a:t>ADVANCE EDITOR</a:t>
            </a:r>
            <a:br>
              <a:rPr lang="en-IN" b="1" dirty="0"/>
            </a:br>
            <a:endParaRPr lang="en-IN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Advanced Editor</a:t>
            </a:r>
            <a:r>
              <a:rPr lang="en-US" dirty="0"/>
              <a:t> is used to </a:t>
            </a:r>
            <a:r>
              <a:rPr lang="en-US" b="1" dirty="0"/>
              <a:t>view and edit Power Query (M language) code</a:t>
            </a:r>
            <a:r>
              <a:rPr lang="en-US" dirty="0"/>
              <a:t>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It shows </a:t>
            </a:r>
            <a:r>
              <a:rPr lang="en-US" b="1" dirty="0"/>
              <a:t>all transformation steps</a:t>
            </a:r>
            <a:r>
              <a:rPr lang="en-US" dirty="0"/>
              <a:t> applied to the data in a single script.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Helps users understand </a:t>
            </a:r>
            <a:r>
              <a:rPr lang="en-US" b="1" dirty="0"/>
              <a:t>how Power BI transforms data internally</a:t>
            </a:r>
            <a:r>
              <a:rPr lang="en-US" dirty="0"/>
              <a:t>.</a:t>
            </a:r>
          </a:p>
          <a:p>
            <a:pPr lvl="1"/>
            <a:endParaRPr lang="en-US" dirty="0"/>
          </a:p>
          <a:p>
            <a:pPr lvl="1"/>
            <a:r>
              <a:rPr lang="en-US" b="1" dirty="0"/>
              <a:t>Key Components in Advanced Editor</a:t>
            </a:r>
            <a:r>
              <a:rPr lang="en-US" dirty="0"/>
              <a:t>:</a:t>
            </a:r>
          </a:p>
          <a:p>
            <a:pPr lvl="1"/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b="1" dirty="0"/>
              <a:t>Let</a:t>
            </a:r>
            <a:r>
              <a:rPr lang="en-IN" dirty="0"/>
              <a:t>: Defines all transformation steps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b="1" dirty="0"/>
              <a:t>Source</a:t>
            </a:r>
            <a:r>
              <a:rPr lang="en-IN" dirty="0"/>
              <a:t>: </a:t>
            </a:r>
            <a:r>
              <a:rPr lang="fr-FR" dirty="0"/>
              <a:t>Specifies data source (Excel, SQL, Oracle, etc.)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b="1" dirty="0"/>
              <a:t>Transformation Steps</a:t>
            </a:r>
            <a:r>
              <a:rPr lang="en-IN" dirty="0"/>
              <a:t>: Column changes, data type changes, split, merge, filters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b="1" dirty="0"/>
              <a:t>In</a:t>
            </a:r>
            <a:r>
              <a:rPr lang="en-IN" dirty="0"/>
              <a:t>: </a:t>
            </a:r>
            <a:r>
              <a:rPr lang="en-US" dirty="0"/>
              <a:t>Returns the </a:t>
            </a:r>
            <a:r>
              <a:rPr lang="en-US" b="1" dirty="0"/>
              <a:t>final output step</a:t>
            </a:r>
            <a:r>
              <a:rPr lang="en-US" dirty="0"/>
              <a:t> to Power BI</a:t>
            </a:r>
          </a:p>
          <a:p>
            <a:pPr lvl="1"/>
            <a:r>
              <a:rPr lang="en-US" dirty="0"/>
              <a:t>		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91D50CB-E9FD-8E07-217C-4F6DA89889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464" y="1200364"/>
            <a:ext cx="6495288" cy="4204006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179416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702953-FC0A-4DD9-E509-9A9945C3F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A2352ED-6284-6625-64FD-B8C525B37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0436" y="79286"/>
            <a:ext cx="2423160" cy="640993"/>
          </a:xfrm>
        </p:spPr>
        <p:txBody>
          <a:bodyPr/>
          <a:lstStyle/>
          <a:p>
            <a:r>
              <a:rPr lang="en-US" sz="4000" b="1" dirty="0"/>
              <a:t>HOME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37A9D-DE96-0056-2722-E1CE2823C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smtClean="0"/>
              <a:t>13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A4075F-6488-41E2-8E72-62EECAB8F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DATA SCIENCE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862D22-6C39-07D6-4B9B-67178429C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AEEAD1-1A3A-F036-D543-A31EC327AC6E}"/>
              </a:ext>
            </a:extLst>
          </p:cNvPr>
          <p:cNvSpPr txBox="1"/>
          <p:nvPr/>
        </p:nvSpPr>
        <p:spPr>
          <a:xfrm>
            <a:off x="137109" y="951829"/>
            <a:ext cx="5410834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400" b="1" dirty="0"/>
              <a:t>MANAGE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Delete</a:t>
            </a:r>
            <a:r>
              <a:rPr lang="en-US" sz="1400" dirty="0"/>
              <a:t> – Removes the selected query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Duplicate</a:t>
            </a:r>
            <a:r>
              <a:rPr lang="en-US" sz="1400" dirty="0"/>
              <a:t> – Creates a copy of the query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Reference</a:t>
            </a:r>
            <a:r>
              <a:rPr lang="en-US" sz="1400" dirty="0"/>
              <a:t> – Creates a new query linked to the original query</a:t>
            </a:r>
            <a:endParaRPr lang="en-IN" sz="14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400" b="1" dirty="0"/>
              <a:t>CHOOSE COLUMNS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Choose Columns</a:t>
            </a:r>
            <a:r>
              <a:rPr lang="en-US" sz="1400" dirty="0"/>
              <a:t> – Select which columns to keep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Go To Column</a:t>
            </a:r>
            <a:r>
              <a:rPr lang="en-US" sz="1400" dirty="0"/>
              <a:t> – Quickly jump to a specific column</a:t>
            </a:r>
            <a:endParaRPr lang="en-IN" sz="14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400" b="1" dirty="0"/>
              <a:t>REMOVE COLUMNS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Remove Columns</a:t>
            </a:r>
            <a:r>
              <a:rPr lang="en-US" sz="1400" dirty="0"/>
              <a:t> – Deletes selected columns.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Remove Other Columns</a:t>
            </a:r>
            <a:r>
              <a:rPr lang="en-US" sz="1400" dirty="0"/>
              <a:t> – Keeps selected columns, removes rest</a:t>
            </a:r>
            <a:endParaRPr lang="en-IN" sz="14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400" b="1" dirty="0"/>
              <a:t>KEEP ROWS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Keep Top Rows</a:t>
            </a:r>
            <a:r>
              <a:rPr lang="en-US" sz="1400" dirty="0"/>
              <a:t> – Keeps first N rows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Keep Bottom Rows</a:t>
            </a:r>
            <a:r>
              <a:rPr lang="en-US" sz="1400" dirty="0"/>
              <a:t> – Keeps last N rows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Keep Range of Rows</a:t>
            </a:r>
            <a:r>
              <a:rPr lang="en-US" sz="1400" dirty="0"/>
              <a:t> – Keeps rows from a specific position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Keep Duplicates</a:t>
            </a:r>
            <a:r>
              <a:rPr lang="en-US" sz="1400" dirty="0"/>
              <a:t> – Keeps only duplicate rows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Keep Errors</a:t>
            </a:r>
            <a:r>
              <a:rPr lang="en-US" sz="1400" dirty="0"/>
              <a:t> – Keeps only rows with errors</a:t>
            </a:r>
            <a:endParaRPr lang="en-IN" sz="1400" dirty="0"/>
          </a:p>
          <a:p>
            <a:pPr algn="just">
              <a:buFont typeface="Wingdings" panose="05000000000000000000" pitchFamily="2" charset="2"/>
              <a:buChar char="Ø"/>
            </a:pPr>
            <a:r>
              <a:rPr lang="en-IN" sz="1400" b="1" dirty="0"/>
              <a:t>  REMOVE ROWS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The </a:t>
            </a:r>
            <a:r>
              <a:rPr lang="en-US" sz="1400" b="1" dirty="0"/>
              <a:t>Advanced Editor</a:t>
            </a:r>
            <a:r>
              <a:rPr lang="en-US" sz="1400" dirty="0"/>
              <a:t> is used to </a:t>
            </a:r>
            <a:r>
              <a:rPr lang="en-US" sz="1400" b="1" dirty="0"/>
              <a:t>view and edit Power Query (M language) code</a:t>
            </a:r>
            <a:r>
              <a:rPr lang="en-US" sz="1400" dirty="0"/>
              <a:t>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Remove Top Rows</a:t>
            </a:r>
            <a:r>
              <a:rPr lang="en-US" sz="1400" dirty="0"/>
              <a:t> – Removes first N rows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Remove Bottom Rows</a:t>
            </a:r>
            <a:r>
              <a:rPr lang="en-US" sz="1400" dirty="0"/>
              <a:t> – Removes last N rows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Remove Alternate Rows</a:t>
            </a:r>
            <a:r>
              <a:rPr lang="en-US" sz="1400" dirty="0"/>
              <a:t> – Removes rows in a pattern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b="1" dirty="0"/>
              <a:t>Remove Duplicates</a:t>
            </a:r>
            <a:r>
              <a:rPr lang="en-IN" sz="1400" dirty="0"/>
              <a:t> – Deletes duplicate rows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Remove Errors</a:t>
            </a:r>
            <a:r>
              <a:rPr lang="en-US" sz="1400" dirty="0"/>
              <a:t> – Deletes rows with errors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Remove Blank Rows</a:t>
            </a:r>
            <a:r>
              <a:rPr lang="en-US" sz="1400" dirty="0"/>
              <a:t> – Deletes empty rows		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DC4127-70B1-1173-4D7F-088273E68F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6080" y="4534906"/>
            <a:ext cx="1706296" cy="1593546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9DE5A66-D8B4-BB4E-3E66-3BD78EB1F8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9867" y="3895574"/>
            <a:ext cx="1706296" cy="2465485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5FC8718-0A94-40C7-3C2B-613B8B509A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814" y="4515989"/>
            <a:ext cx="1852627" cy="1599996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5CFEC7A-1B27-7D72-F29C-B5726A5D39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15042" y="2766458"/>
            <a:ext cx="2654183" cy="1406135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51374B7-48F9-B045-241B-78C2EA9E33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37137" y="852460"/>
            <a:ext cx="2209991" cy="1629079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E4657BF-63C8-371F-63B0-566DEDC9DBF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81685" y="1145169"/>
            <a:ext cx="2209992" cy="208044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DA2FECA-B044-1152-89DD-3733C5DC18BD}"/>
              </a:ext>
            </a:extLst>
          </p:cNvPr>
          <p:cNvCxnSpPr>
            <a:cxnSpLocks/>
          </p:cNvCxnSpPr>
          <p:nvPr/>
        </p:nvCxnSpPr>
        <p:spPr>
          <a:xfrm flipH="1">
            <a:off x="6986163" y="5184648"/>
            <a:ext cx="749917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2800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6C4A84-1A12-B8A1-0B5E-326923DB2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3520C46-D9A8-462B-2776-120F4B458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0436" y="79286"/>
            <a:ext cx="2423160" cy="640993"/>
          </a:xfrm>
        </p:spPr>
        <p:txBody>
          <a:bodyPr/>
          <a:lstStyle/>
          <a:p>
            <a:r>
              <a:rPr lang="en-US" sz="4000" b="1" dirty="0"/>
              <a:t>HOME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77BD08-CC63-FD09-BA9B-C9BA671B9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smtClean="0"/>
              <a:t>14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933EBF-9279-316E-6B96-5995C7B68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DATA SCIENCE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02DFB5-3EBC-3C1B-A418-6E1D4070C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EB0F59-49F5-7AEB-2788-B2A78EAA3BEE}"/>
              </a:ext>
            </a:extLst>
          </p:cNvPr>
          <p:cNvSpPr txBox="1"/>
          <p:nvPr/>
        </p:nvSpPr>
        <p:spPr>
          <a:xfrm>
            <a:off x="182808" y="848638"/>
            <a:ext cx="5135880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2000" b="1" dirty="0"/>
              <a:t>SORT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Arranges data in </a:t>
            </a:r>
            <a:r>
              <a:rPr lang="en-US" sz="2000" b="1" dirty="0"/>
              <a:t>Ascending or Descending order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Sorts rows based on </a:t>
            </a:r>
            <a:r>
              <a:rPr lang="en-US" sz="2000" b="1" dirty="0"/>
              <a:t>one or more columns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Helps organize data before loading into Power BI</a:t>
            </a:r>
            <a:br>
              <a:rPr lang="en-US" sz="2000" dirty="0"/>
            </a:br>
            <a:endParaRPr lang="en-US" sz="20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2000" b="1" dirty="0"/>
              <a:t>SPLIT COLUMN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b="1" dirty="0"/>
              <a:t>By Delimiter</a:t>
            </a:r>
            <a:r>
              <a:rPr lang="en-US" sz="2000" dirty="0"/>
              <a:t> : Splits using comma, space, dash, etc.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b="1" dirty="0"/>
              <a:t>By Number of Characters: </a:t>
            </a:r>
            <a:r>
              <a:rPr lang="en-US" sz="2000" dirty="0"/>
              <a:t> Splits after fixed characters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b="1" dirty="0"/>
              <a:t>By Position: </a:t>
            </a:r>
            <a:r>
              <a:rPr lang="en-US" sz="2000" dirty="0"/>
              <a:t> Splits at a specific position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b="1" dirty="0"/>
              <a:t>Lowercase to Uppercase</a:t>
            </a:r>
            <a:r>
              <a:rPr lang="en-US" sz="2000" dirty="0"/>
              <a:t> : hello -&gt; HELLO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000" b="1" dirty="0"/>
              <a:t>Uppercase to Lowercase: </a:t>
            </a:r>
            <a:r>
              <a:rPr lang="en-IN" sz="2000" dirty="0"/>
              <a:t>WORLD -&gt; world</a:t>
            </a:r>
            <a:endParaRPr lang="en-IN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000" b="1" dirty="0"/>
              <a:t>Digit to Non-Digit: </a:t>
            </a:r>
            <a:r>
              <a:rPr lang="en-IN" sz="2000" dirty="0"/>
              <a:t>123ABC-&gt; 123 | ABC</a:t>
            </a:r>
            <a:endParaRPr lang="en-IN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000" b="1" dirty="0"/>
              <a:t>Non-Digit to Digit: </a:t>
            </a:r>
            <a:r>
              <a:rPr lang="en-IN" sz="2000" dirty="0"/>
              <a:t>ABC123 → ABC | 123</a:t>
            </a:r>
            <a:endParaRPr lang="en-US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73B769-523D-C736-50B5-F6645A73B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688" y="3692661"/>
            <a:ext cx="6644712" cy="2365656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1B43BC6-3B19-3E65-0998-98EB7CA3ED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4137" y="983384"/>
            <a:ext cx="4255008" cy="236669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9532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E45459-FFB3-AD8B-B6BB-907485C55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E384414-4153-048B-3F04-D73E22C33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0436" y="79286"/>
            <a:ext cx="2423160" cy="640993"/>
          </a:xfrm>
        </p:spPr>
        <p:txBody>
          <a:bodyPr/>
          <a:lstStyle/>
          <a:p>
            <a:r>
              <a:rPr lang="en-US" sz="4000" b="1" dirty="0"/>
              <a:t>HOME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784362-D493-1816-C7A9-4B0D343F9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smtClean="0"/>
              <a:t>15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32901B-20ED-45FD-3912-849576A47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DATA SCIENCE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2DC38D-012F-9DAC-B5F9-6F0B60D2D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E8F859-3FB4-CC26-55F6-E380C96FB1A3}"/>
              </a:ext>
            </a:extLst>
          </p:cNvPr>
          <p:cNvSpPr txBox="1"/>
          <p:nvPr/>
        </p:nvSpPr>
        <p:spPr>
          <a:xfrm>
            <a:off x="310824" y="1005245"/>
            <a:ext cx="61631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2400" b="1" dirty="0"/>
              <a:t>GROUP BY </a:t>
            </a:r>
            <a:br>
              <a:rPr lang="en-IN" sz="2400" b="1" dirty="0"/>
            </a:br>
            <a:endParaRPr lang="en-IN" sz="24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b="1" dirty="0"/>
              <a:t>Group By</a:t>
            </a:r>
            <a:r>
              <a:rPr lang="en-US" sz="2400" dirty="0"/>
              <a:t> is used to </a:t>
            </a:r>
            <a:r>
              <a:rPr lang="en-US" sz="2400" b="1" dirty="0"/>
              <a:t>combine rows with the same values</a:t>
            </a:r>
            <a:r>
              <a:rPr lang="en-US" sz="2400" dirty="0"/>
              <a:t> in one or more columns.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After grouping, it applies </a:t>
            </a:r>
            <a:r>
              <a:rPr lang="en-US" sz="2400" b="1" dirty="0"/>
              <a:t>aggregate functions</a:t>
            </a:r>
            <a:r>
              <a:rPr lang="en-US" sz="2400" dirty="0"/>
              <a:t> to summarize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Similar to </a:t>
            </a:r>
            <a:r>
              <a:rPr lang="en-US" sz="2400" b="1" dirty="0"/>
              <a:t>GROUP BY in SQL</a:t>
            </a:r>
            <a:r>
              <a:rPr lang="en-US" sz="2400" dirty="0"/>
              <a:t>.</a:t>
            </a:r>
            <a:br>
              <a:rPr lang="en-US" sz="2400" dirty="0"/>
            </a:br>
            <a:endParaRPr lang="en-US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BF9FE6-031A-AAC5-0950-8A01D31259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3596" y="1268276"/>
            <a:ext cx="4866645" cy="1154652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D6CEF08-2D80-FCED-892F-32686A9343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451" t="4173" r="4924" b="7945"/>
          <a:stretch>
            <a:fillRect/>
          </a:stretch>
        </p:blipFill>
        <p:spPr>
          <a:xfrm>
            <a:off x="6602986" y="2922531"/>
            <a:ext cx="5357970" cy="2406094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304E82C-E65B-4FEC-7473-5349706631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044" y="4125578"/>
            <a:ext cx="6163128" cy="203755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96942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6B34EF-2E75-5F34-D568-29A6BC894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32BF999-C7F5-B2ED-72B6-4F6B56D9C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0436" y="79286"/>
            <a:ext cx="2423160" cy="640993"/>
          </a:xfrm>
        </p:spPr>
        <p:txBody>
          <a:bodyPr/>
          <a:lstStyle/>
          <a:p>
            <a:r>
              <a:rPr lang="en-US" sz="4000" b="1" dirty="0"/>
              <a:t>HOME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57ACB8-DDDC-C9C5-7ACC-039AC3853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smtClean="0"/>
              <a:t>16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90DF88-3C6A-B8BF-6D58-08939B3B7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DATA SCIENCE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1F06AF-A070-D28F-E5F4-4CEE8ADB6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FB2108-C276-444E-ACB8-73971E38F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1060" y="1249380"/>
            <a:ext cx="2293411" cy="2487051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DF8C86B-C761-E632-DE92-C9B61353B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1502" y="1408072"/>
            <a:ext cx="2506938" cy="1277729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02D43B4-FD65-CB7A-B8DF-72C71902D3C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6" t="7877" r="3656" b="5807"/>
          <a:stretch>
            <a:fillRect/>
          </a:stretch>
        </p:blipFill>
        <p:spPr>
          <a:xfrm>
            <a:off x="4732627" y="4172199"/>
            <a:ext cx="4932816" cy="2063159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E47606E-006F-10E9-320A-1FAD5CDBFF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65471" y="563211"/>
            <a:ext cx="1986947" cy="5731578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A77004E-14CE-FDA0-B447-08A6BD3B04CC}"/>
              </a:ext>
            </a:extLst>
          </p:cNvPr>
          <p:cNvSpPr txBox="1"/>
          <p:nvPr/>
        </p:nvSpPr>
        <p:spPr>
          <a:xfrm>
            <a:off x="139582" y="920275"/>
            <a:ext cx="437931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2000" b="1" dirty="0"/>
              <a:t>REPLACE VALUES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Finds specific </a:t>
            </a:r>
            <a:r>
              <a:rPr lang="en-US" sz="2000" b="1" dirty="0"/>
              <a:t>text or numbers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Replaces them with </a:t>
            </a:r>
            <a:r>
              <a:rPr lang="en-US" sz="2000" b="1" dirty="0"/>
              <a:t>new values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Used for </a:t>
            </a:r>
            <a:r>
              <a:rPr lang="en-US" sz="2000" b="1" dirty="0"/>
              <a:t>data cleaning and correction</a:t>
            </a:r>
            <a:br>
              <a:rPr lang="en-US" sz="2000" b="1" dirty="0"/>
            </a:br>
            <a:endParaRPr lang="en-IN" sz="20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b="1" dirty="0"/>
              <a:t>DATA TYPE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Defines the </a:t>
            </a:r>
            <a:r>
              <a:rPr lang="en-US" sz="2000" b="1" dirty="0"/>
              <a:t>type of data</a:t>
            </a:r>
            <a:r>
              <a:rPr lang="en-US" sz="2000" dirty="0"/>
              <a:t> in a column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000" dirty="0"/>
              <a:t>Examples: Text, Number, 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Helps Power BI </a:t>
            </a:r>
            <a:r>
              <a:rPr lang="en-US" sz="2000" b="1" dirty="0"/>
              <a:t>process data correctly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N" sz="20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b="1" dirty="0"/>
              <a:t>USE FIRST ROW AS HEADERS</a:t>
            </a:r>
            <a:r>
              <a:rPr lang="en-US" sz="20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b="1" dirty="0"/>
              <a:t>Use First Row as Headers</a:t>
            </a:r>
            <a:r>
              <a:rPr lang="en-US" sz="2000" dirty="0"/>
              <a:t> – First row becomes column names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b="1" dirty="0"/>
              <a:t>Use Headers as First Row</a:t>
            </a:r>
            <a:r>
              <a:rPr lang="en-US" sz="2000" dirty="0"/>
              <a:t> – Column names move to first row		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8600427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389935-8897-457C-55D7-39E460652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C77D6F84-DBCB-6F73-3B2E-7395BC06B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SUMMARY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0886FF-62DE-889A-CD0C-0950E4947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AFDD5-844D-364D-8AEC-50CF4D36D55D}" type="slidenum">
              <a:rPr lang="en-US" smtClean="0"/>
              <a:t>17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205D16-8D45-28B6-0C9E-8E6646332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64480" y="6441648"/>
            <a:ext cx="1463040" cy="246888"/>
          </a:xfrm>
        </p:spPr>
        <p:txBody>
          <a:bodyPr/>
          <a:lstStyle/>
          <a:p>
            <a:r>
              <a:rPr lang="en-US" sz="1400" dirty="0"/>
              <a:t>DATA SCIENCE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95CC49-6306-F9A4-68EF-01625BE0B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EF4A3-C38C-3F97-4106-BCC0E2F8AC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9952" y="1775287"/>
            <a:ext cx="9392411" cy="3975273"/>
          </a:xfrm>
        </p:spPr>
        <p:txBody>
          <a:bodyPr/>
          <a:lstStyle/>
          <a:p>
            <a:r>
              <a:rPr lang="en-US" sz="3200" dirty="0"/>
              <a:t>Learned about database schema.</a:t>
            </a:r>
          </a:p>
          <a:p>
            <a:r>
              <a:rPr lang="en-US" sz="3200" dirty="0"/>
              <a:t>Data warehouse concept and what exactly it is</a:t>
            </a:r>
          </a:p>
          <a:p>
            <a:r>
              <a:rPr lang="en-US" sz="3200" dirty="0"/>
              <a:t>OLTP and OLAP what are they and they are the fundamentals of Data science </a:t>
            </a:r>
          </a:p>
          <a:p>
            <a:r>
              <a:rPr lang="en-US" sz="3200" dirty="0"/>
              <a:t>What are ELT and what are its different components.</a:t>
            </a:r>
          </a:p>
          <a:p>
            <a:r>
              <a:rPr lang="en-US" sz="3200" dirty="0"/>
              <a:t>Installation of Oracle DB and Setting up the database server </a:t>
            </a:r>
          </a:p>
          <a:p>
            <a:endParaRPr lang="en-US" sz="3200" dirty="0"/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791358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30">
      <a:dk1>
        <a:srgbClr val="000000"/>
      </a:dk1>
      <a:lt1>
        <a:srgbClr val="FFFFFF"/>
      </a:lt1>
      <a:dk2>
        <a:srgbClr val="264653"/>
      </a:dk2>
      <a:lt2>
        <a:srgbClr val="E7E6E6"/>
      </a:lt2>
      <a:accent1>
        <a:srgbClr val="F3EBE8"/>
      </a:accent1>
      <a:accent2>
        <a:srgbClr val="E9C369"/>
      </a:accent2>
      <a:accent3>
        <a:srgbClr val="2A9D8F"/>
      </a:accent3>
      <a:accent4>
        <a:srgbClr val="F3D6CD"/>
      </a:accent4>
      <a:accent5>
        <a:srgbClr val="F3EBE8"/>
      </a:accent5>
      <a:accent6>
        <a:srgbClr val="60717C"/>
      </a:accent6>
      <a:hlink>
        <a:srgbClr val="828683"/>
      </a:hlink>
      <a:folHlink>
        <a:srgbClr val="D08A55"/>
      </a:folHlink>
    </a:clrScheme>
    <a:fontScheme name="Custom 28">
      <a:majorFont>
        <a:latin typeface="Century Gothic"/>
        <a:ea typeface=""/>
        <a:cs typeface=""/>
      </a:majorFont>
      <a:minorFont>
        <a:latin typeface="Univers Condensed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ern-Angles_Win32_CP_v11" id="{557BB2FF-F1F4-4776-80DE-DC11FC14475E}" vid="{E0321167-E0D5-4285-8F17-B2BAD920F1B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4" ma:contentTypeDescription="Create a new document." ma:contentTypeScope="" ma:versionID="2d714a3296df14eba7a100bb665443ca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49549bf45bfbbfb6cffed527380e77e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A7D90517-43A3-4BC6-B197-5C7B7D3DBCA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FA78568-A730-4D3B-A489-FD854E91254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1D9A46C-D3F3-4D45-B248-B831C6B5FC8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{905201EB-3A92-4126-8894-4590D69BEA05}tf11429527_win32</Template>
  <TotalTime>2001</TotalTime>
  <Words>1225</Words>
  <Application>Microsoft Office PowerPoint</Application>
  <PresentationFormat>Widescreen</PresentationFormat>
  <Paragraphs>243</Paragraphs>
  <Slides>17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Calibri</vt:lpstr>
      <vt:lpstr>Century Gothic</vt:lpstr>
      <vt:lpstr>Karla</vt:lpstr>
      <vt:lpstr>Univers Condensed Light</vt:lpstr>
      <vt:lpstr>Wingdings</vt:lpstr>
      <vt:lpstr>Office Theme</vt:lpstr>
      <vt:lpstr>POWER BI DATA ANALYSIS</vt:lpstr>
      <vt:lpstr>Agenda</vt:lpstr>
      <vt:lpstr>Introduction</vt:lpstr>
      <vt:lpstr>Power BI Phases </vt:lpstr>
      <vt:lpstr>GET DATA PHASE</vt:lpstr>
      <vt:lpstr>LOAD AND TRANSFORM</vt:lpstr>
      <vt:lpstr>POWER QUERY EDITOR</vt:lpstr>
      <vt:lpstr>HOME</vt:lpstr>
      <vt:lpstr>HOME</vt:lpstr>
      <vt:lpstr>HOME</vt:lpstr>
      <vt:lpstr>HOME</vt:lpstr>
      <vt:lpstr>HOME</vt:lpstr>
      <vt:lpstr>HOME</vt:lpstr>
      <vt:lpstr>HOME</vt:lpstr>
      <vt:lpstr>HOME</vt:lpstr>
      <vt:lpstr>HOME</vt:lpstr>
      <vt:lpstr>SUMMARY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TEJAS SANTOSH NALAWADE</dc:creator>
  <cp:lastModifiedBy>TEJAS SANTOSH NALAWADE</cp:lastModifiedBy>
  <cp:revision>18</cp:revision>
  <dcterms:created xsi:type="dcterms:W3CDTF">2026-01-12T10:09:20Z</dcterms:created>
  <dcterms:modified xsi:type="dcterms:W3CDTF">2026-01-22T13:20:52Z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